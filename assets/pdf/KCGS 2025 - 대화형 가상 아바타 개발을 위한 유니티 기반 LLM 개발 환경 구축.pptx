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6"/>
  </p:notesMasterIdLst>
  <p:handoutMasterIdLst>
    <p:handoutMasterId r:id="rId27"/>
  </p:handoutMasterIdLst>
  <p:sldIdLst>
    <p:sldId id="262" r:id="rId2"/>
    <p:sldId id="263" r:id="rId3"/>
    <p:sldId id="265" r:id="rId4"/>
    <p:sldId id="266" r:id="rId5"/>
    <p:sldId id="268" r:id="rId6"/>
    <p:sldId id="288" r:id="rId7"/>
    <p:sldId id="270" r:id="rId8"/>
    <p:sldId id="271" r:id="rId9"/>
    <p:sldId id="273" r:id="rId10"/>
    <p:sldId id="274" r:id="rId11"/>
    <p:sldId id="272" r:id="rId12"/>
    <p:sldId id="275" r:id="rId13"/>
    <p:sldId id="276" r:id="rId14"/>
    <p:sldId id="277" r:id="rId15"/>
    <p:sldId id="278" r:id="rId16"/>
    <p:sldId id="279" r:id="rId17"/>
    <p:sldId id="281" r:id="rId18"/>
    <p:sldId id="282" r:id="rId19"/>
    <p:sldId id="284" r:id="rId20"/>
    <p:sldId id="283" r:id="rId21"/>
    <p:sldId id="285" r:id="rId22"/>
    <p:sldId id="286" r:id="rId23"/>
    <p:sldId id="287" r:id="rId24"/>
    <p:sldId id="26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  <a:srgbClr val="FF00FF"/>
    <a:srgbClr val="595959"/>
    <a:srgbClr val="000000"/>
    <a:srgbClr val="00FFFF"/>
    <a:srgbClr val="70AD47"/>
    <a:srgbClr val="558336"/>
    <a:srgbClr val="C85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F25EC-4087-85BE-E406-7B50FB197DF6}" v="47" dt="2025-07-07T05:07:59.898"/>
    <p1510:client id="{4FE86AC6-560F-0ADB-1A1E-4D08953ACB16}" v="25" dt="2025-07-05T13:03:50.089"/>
    <p1510:client id="{678A04C5-9115-CAE5-4D41-555D723AD278}" v="117" dt="2025-07-05T13:42:16.104"/>
    <p1510:client id="{69B89385-AD01-94AA-4E4A-2DACF07776CD}" v="1" dt="2025-07-07T05:53:42.304"/>
    <p1510:client id="{99DFA845-055F-8857-D9F7-7A4626F674DB}" v="1" dt="2025-07-05T07:43:17.854"/>
    <p1510:client id="{CCD4F77C-6BD3-A478-FD0A-2706A995E9F7}" v="14" dt="2025-07-06T09:34:54.2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JIWON" userId="S::24511401@hansung.edu::395016e7-fa8d-4094-9a1a-d675cd884d58" providerId="AD" clId="Web-{5DB8BA79-B976-AD17-ECAA-165DC7534A02}"/>
    <pc:docChg chg="addSld modSld">
      <pc:chgData name="LEEJIWON" userId="S::24511401@hansung.edu::395016e7-fa8d-4094-9a1a-d675cd884d58" providerId="AD" clId="Web-{5DB8BA79-B976-AD17-ECAA-165DC7534A02}" dt="2025-07-04T03:58:31.376" v="447"/>
      <pc:docMkLst>
        <pc:docMk/>
      </pc:docMkLst>
      <pc:sldChg chg="addSp delSp modSp modNotes">
        <pc:chgData name="LEEJIWON" userId="S::24511401@hansung.edu::395016e7-fa8d-4094-9a1a-d675cd884d58" providerId="AD" clId="Web-{5DB8BA79-B976-AD17-ECAA-165DC7534A02}" dt="2025-07-04T03:51:10.140" v="336"/>
        <pc:sldMkLst>
          <pc:docMk/>
          <pc:sldMk cId="1114226841" sldId="268"/>
        </pc:sldMkLst>
        <pc:spChg chg="mod">
          <ac:chgData name="LEEJIWON" userId="S::24511401@hansung.edu::395016e7-fa8d-4094-9a1a-d675cd884d58" providerId="AD" clId="Web-{5DB8BA79-B976-AD17-ECAA-165DC7534A02}" dt="2025-07-04T03:48:19.290" v="293" actId="20577"/>
          <ac:spMkLst>
            <pc:docMk/>
            <pc:sldMk cId="1114226841" sldId="268"/>
            <ac:spMk id="4" creationId="{E9072CE1-4019-5ADF-0BA1-662BA0A5BF42}"/>
          </ac:spMkLst>
        </pc:spChg>
        <pc:spChg chg="add mod">
          <ac:chgData name="LEEJIWON" userId="S::24511401@hansung.edu::395016e7-fa8d-4094-9a1a-d675cd884d58" providerId="AD" clId="Web-{5DB8BA79-B976-AD17-ECAA-165DC7534A02}" dt="2025-07-04T03:36:54.219" v="66" actId="20577"/>
          <ac:spMkLst>
            <pc:docMk/>
            <pc:sldMk cId="1114226841" sldId="268"/>
            <ac:spMk id="11" creationId="{64EDD76B-DF52-1EF3-A8F6-D0EAE239730F}"/>
          </ac:spMkLst>
        </pc:spChg>
        <pc:spChg chg="add mod">
          <ac:chgData name="LEEJIWON" userId="S::24511401@hansung.edu::395016e7-fa8d-4094-9a1a-d675cd884d58" providerId="AD" clId="Web-{5DB8BA79-B976-AD17-ECAA-165DC7534A02}" dt="2025-07-04T03:37:41.767" v="83" actId="20577"/>
          <ac:spMkLst>
            <pc:docMk/>
            <pc:sldMk cId="1114226841" sldId="268"/>
            <ac:spMk id="13" creationId="{B494584F-3908-A2C6-5194-3A1647A45201}"/>
          </ac:spMkLst>
        </pc:spChg>
        <pc:spChg chg="add mod">
          <ac:chgData name="LEEJIWON" userId="S::24511401@hansung.edu::395016e7-fa8d-4094-9a1a-d675cd884d58" providerId="AD" clId="Web-{5DB8BA79-B976-AD17-ECAA-165DC7534A02}" dt="2025-07-04T03:38:05.049" v="105" actId="20577"/>
          <ac:spMkLst>
            <pc:docMk/>
            <pc:sldMk cId="1114226841" sldId="268"/>
            <ac:spMk id="14" creationId="{032D7A4A-6E22-ACD4-6FE6-16347CDC604F}"/>
          </ac:spMkLst>
        </pc:spChg>
        <pc:spChg chg="add mod">
          <ac:chgData name="LEEJIWON" userId="S::24511401@hansung.edu::395016e7-fa8d-4094-9a1a-d675cd884d58" providerId="AD" clId="Web-{5DB8BA79-B976-AD17-ECAA-165DC7534A02}" dt="2025-07-04T03:51:10.140" v="336"/>
          <ac:spMkLst>
            <pc:docMk/>
            <pc:sldMk cId="1114226841" sldId="268"/>
            <ac:spMk id="15" creationId="{4A38544D-EA52-0067-82DD-AADE9DB522FD}"/>
          </ac:spMkLst>
        </pc:spChg>
        <pc:picChg chg="add mod topLvl">
          <ac:chgData name="LEEJIWON" userId="S::24511401@hansung.edu::395016e7-fa8d-4094-9a1a-d675cd884d58" providerId="AD" clId="Web-{5DB8BA79-B976-AD17-ECAA-165DC7534A02}" dt="2025-07-04T03:36:47.140" v="65"/>
          <ac:picMkLst>
            <pc:docMk/>
            <pc:sldMk cId="1114226841" sldId="268"/>
            <ac:picMk id="5" creationId="{3DEFA608-AEA1-558B-17C3-267FDD68DB42}"/>
          </ac:picMkLst>
        </pc:picChg>
        <pc:picChg chg="add mod topLvl">
          <ac:chgData name="LEEJIWON" userId="S::24511401@hansung.edu::395016e7-fa8d-4094-9a1a-d675cd884d58" providerId="AD" clId="Web-{5DB8BA79-B976-AD17-ECAA-165DC7534A02}" dt="2025-07-04T03:36:47.140" v="65"/>
          <ac:picMkLst>
            <pc:docMk/>
            <pc:sldMk cId="1114226841" sldId="268"/>
            <ac:picMk id="6" creationId="{307A6E9B-5E51-1288-D184-7BBDEE33F735}"/>
          </ac:picMkLst>
        </pc:picChg>
        <pc:picChg chg="add mod topLvl">
          <ac:chgData name="LEEJIWON" userId="S::24511401@hansung.edu::395016e7-fa8d-4094-9a1a-d675cd884d58" providerId="AD" clId="Web-{5DB8BA79-B976-AD17-ECAA-165DC7534A02}" dt="2025-07-04T03:37:22.407" v="74" actId="1076"/>
          <ac:picMkLst>
            <pc:docMk/>
            <pc:sldMk cId="1114226841" sldId="268"/>
            <ac:picMk id="7" creationId="{AA113834-5661-5826-646C-67E54901B05F}"/>
          </ac:picMkLst>
        </pc:picChg>
      </pc:sldChg>
      <pc:sldChg chg="addSp delSp modSp add replId modNotes">
        <pc:chgData name="LEEJIWON" userId="S::24511401@hansung.edu::395016e7-fa8d-4094-9a1a-d675cd884d58" providerId="AD" clId="Web-{5DB8BA79-B976-AD17-ECAA-165DC7534A02}" dt="2025-07-04T03:58:31.376" v="447"/>
        <pc:sldMkLst>
          <pc:docMk/>
          <pc:sldMk cId="3969677681" sldId="288"/>
        </pc:sldMkLst>
        <pc:spChg chg="mod">
          <ac:chgData name="LEEJIWON" userId="S::24511401@hansung.edu::395016e7-fa8d-4094-9a1a-d675cd884d58" providerId="AD" clId="Web-{5DB8BA79-B976-AD17-ECAA-165DC7534A02}" dt="2025-07-04T03:53:54.521" v="394" actId="20577"/>
          <ac:spMkLst>
            <pc:docMk/>
            <pc:sldMk cId="3969677681" sldId="288"/>
            <ac:spMk id="4" creationId="{4F2D0A40-CAB9-6715-2975-15AB30F100FA}"/>
          </ac:spMkLst>
        </pc:spChg>
        <pc:spChg chg="mod topLvl">
          <ac:chgData name="LEEJIWON" userId="S::24511401@hansung.edu::395016e7-fa8d-4094-9a1a-d675cd884d58" providerId="AD" clId="Web-{5DB8BA79-B976-AD17-ECAA-165DC7534A02}" dt="2025-07-04T03:56:29.417" v="416"/>
          <ac:spMkLst>
            <pc:docMk/>
            <pc:sldMk cId="3969677681" sldId="288"/>
            <ac:spMk id="16" creationId="{8FAB485B-1CB2-86F8-D289-A64F72A63090}"/>
          </ac:spMkLst>
        </pc:spChg>
        <pc:spChg chg="topLvl">
          <ac:chgData name="LEEJIWON" userId="S::24511401@hansung.edu::395016e7-fa8d-4094-9a1a-d675cd884d58" providerId="AD" clId="Web-{5DB8BA79-B976-AD17-ECAA-165DC7534A02}" dt="2025-07-04T03:56:32.073" v="417"/>
          <ac:spMkLst>
            <pc:docMk/>
            <pc:sldMk cId="3969677681" sldId="288"/>
            <ac:spMk id="17" creationId="{63006F19-10BE-2D9F-17F3-AD8720EF0212}"/>
          </ac:spMkLst>
        </pc:spChg>
        <pc:spChg chg="add mod">
          <ac:chgData name="LEEJIWON" userId="S::24511401@hansung.edu::395016e7-fa8d-4094-9a1a-d675cd884d58" providerId="AD" clId="Web-{5DB8BA79-B976-AD17-ECAA-165DC7534A02}" dt="2025-07-04T03:51:14.515" v="337"/>
          <ac:spMkLst>
            <pc:docMk/>
            <pc:sldMk cId="3969677681" sldId="288"/>
            <ac:spMk id="19" creationId="{DF1C6B1B-2D38-5757-ED16-A9F49F8A3B0B}"/>
          </ac:spMkLst>
        </pc:spChg>
        <pc:picChg chg="mod topLvl">
          <ac:chgData name="LEEJIWON" userId="S::24511401@hansung.edu::395016e7-fa8d-4094-9a1a-d675cd884d58" providerId="AD" clId="Web-{5DB8BA79-B976-AD17-ECAA-165DC7534A02}" dt="2025-07-04T03:56:29.417" v="416"/>
          <ac:picMkLst>
            <pc:docMk/>
            <pc:sldMk cId="3969677681" sldId="288"/>
            <ac:picMk id="9" creationId="{42FCF777-9512-93FC-70C8-CB221AE74D61}"/>
          </ac:picMkLst>
        </pc:picChg>
        <pc:picChg chg="mod topLvl">
          <ac:chgData name="LEEJIWON" userId="S::24511401@hansung.edu::395016e7-fa8d-4094-9a1a-d675cd884d58" providerId="AD" clId="Web-{5DB8BA79-B976-AD17-ECAA-165DC7534A02}" dt="2025-07-04T03:56:29.417" v="416"/>
          <ac:picMkLst>
            <pc:docMk/>
            <pc:sldMk cId="3969677681" sldId="288"/>
            <ac:picMk id="10" creationId="{0F762014-377D-628F-A36C-2785ED7DA3FF}"/>
          </ac:picMkLst>
        </pc:picChg>
        <pc:picChg chg="topLvl">
          <ac:chgData name="LEEJIWON" userId="S::24511401@hansung.edu::395016e7-fa8d-4094-9a1a-d675cd884d58" providerId="AD" clId="Web-{5DB8BA79-B976-AD17-ECAA-165DC7534A02}" dt="2025-07-04T03:56:32.073" v="417"/>
          <ac:picMkLst>
            <pc:docMk/>
            <pc:sldMk cId="3969677681" sldId="288"/>
            <ac:picMk id="12" creationId="{D1A5DEEF-A262-5F50-D0A3-5AEE972BBDEB}"/>
          </ac:picMkLst>
        </pc:picChg>
        <pc:picChg chg="topLvl">
          <ac:chgData name="LEEJIWON" userId="S::24511401@hansung.edu::395016e7-fa8d-4094-9a1a-d675cd884d58" providerId="AD" clId="Web-{5DB8BA79-B976-AD17-ECAA-165DC7534A02}" dt="2025-07-04T03:56:32.073" v="417"/>
          <ac:picMkLst>
            <pc:docMk/>
            <pc:sldMk cId="3969677681" sldId="288"/>
            <ac:picMk id="15" creationId="{BCCB96AD-BAD4-9E08-DE2E-4DF6593C7E47}"/>
          </ac:picMkLst>
        </pc:picChg>
        <pc:picChg chg="add mod">
          <ac:chgData name="LEEJIWON" userId="S::24511401@hansung.edu::395016e7-fa8d-4094-9a1a-d675cd884d58" providerId="AD" clId="Web-{5DB8BA79-B976-AD17-ECAA-165DC7534A02}" dt="2025-07-04T03:56:41.793" v="419" actId="14100"/>
          <ac:picMkLst>
            <pc:docMk/>
            <pc:sldMk cId="3969677681" sldId="288"/>
            <ac:picMk id="23" creationId="{A3153F3E-8624-97AC-0873-E1BC381757B0}"/>
          </ac:picMkLst>
        </pc:picChg>
      </pc:sldChg>
    </pc:docChg>
  </pc:docChgLst>
  <pc:docChgLst>
    <pc:chgData name="LEEJIWON" userId="S::24511401@hansung.edu::395016e7-fa8d-4094-9a1a-d675cd884d58" providerId="AD" clId="Web-{4FE86AC6-560F-0ADB-1A1E-4D08953ACB16}"/>
    <pc:docChg chg="modSld">
      <pc:chgData name="LEEJIWON" userId="S::24511401@hansung.edu::395016e7-fa8d-4094-9a1a-d675cd884d58" providerId="AD" clId="Web-{4FE86AC6-560F-0ADB-1A1E-4D08953ACB16}" dt="2025-07-05T13:03:50.089" v="24" actId="1076"/>
      <pc:docMkLst>
        <pc:docMk/>
      </pc:docMkLst>
      <pc:sldChg chg="modSp">
        <pc:chgData name="LEEJIWON" userId="S::24511401@hansung.edu::395016e7-fa8d-4094-9a1a-d675cd884d58" providerId="AD" clId="Web-{4FE86AC6-560F-0ADB-1A1E-4D08953ACB16}" dt="2025-07-05T13:02:37.896" v="8" actId="14100"/>
        <pc:sldMkLst>
          <pc:docMk/>
          <pc:sldMk cId="1899537033" sldId="262"/>
        </pc:sldMkLst>
        <pc:picChg chg="mod">
          <ac:chgData name="LEEJIWON" userId="S::24511401@hansung.edu::395016e7-fa8d-4094-9a1a-d675cd884d58" providerId="AD" clId="Web-{4FE86AC6-560F-0ADB-1A1E-4D08953ACB16}" dt="2025-07-05T13:02:37.552" v="7" actId="14100"/>
          <ac:picMkLst>
            <pc:docMk/>
            <pc:sldMk cId="1899537033" sldId="262"/>
            <ac:picMk id="9" creationId="{E0E2AC34-E759-F25A-989B-86DDB70D0961}"/>
          </ac:picMkLst>
        </pc:picChg>
        <pc:picChg chg="mod">
          <ac:chgData name="LEEJIWON" userId="S::24511401@hansung.edu::395016e7-fa8d-4094-9a1a-d675cd884d58" providerId="AD" clId="Web-{4FE86AC6-560F-0ADB-1A1E-4D08953ACB16}" dt="2025-07-05T13:02:37.896" v="8" actId="14100"/>
          <ac:picMkLst>
            <pc:docMk/>
            <pc:sldMk cId="1899537033" sldId="262"/>
            <ac:picMk id="10" creationId="{4363B5F3-707A-6291-1448-80A39144F3C4}"/>
          </ac:picMkLst>
        </pc:picChg>
      </pc:sldChg>
      <pc:sldChg chg="modSp">
        <pc:chgData name="LEEJIWON" userId="S::24511401@hansung.edu::395016e7-fa8d-4094-9a1a-d675cd884d58" providerId="AD" clId="Web-{4FE86AC6-560F-0ADB-1A1E-4D08953ACB16}" dt="2025-07-05T13:03:50.089" v="24" actId="1076"/>
        <pc:sldMkLst>
          <pc:docMk/>
          <pc:sldMk cId="1114226841" sldId="268"/>
        </pc:sldMkLst>
        <pc:spChg chg="mod">
          <ac:chgData name="LEEJIWON" userId="S::24511401@hansung.edu::395016e7-fa8d-4094-9a1a-d675cd884d58" providerId="AD" clId="Web-{4FE86AC6-560F-0ADB-1A1E-4D08953ACB16}" dt="2025-07-05T13:03:31.103" v="18" actId="1076"/>
          <ac:spMkLst>
            <pc:docMk/>
            <pc:sldMk cId="1114226841" sldId="268"/>
            <ac:spMk id="11" creationId="{64EDD76B-DF52-1EF3-A8F6-D0EAE239730F}"/>
          </ac:spMkLst>
        </pc:spChg>
        <pc:spChg chg="mod">
          <ac:chgData name="LEEJIWON" userId="S::24511401@hansung.edu::395016e7-fa8d-4094-9a1a-d675cd884d58" providerId="AD" clId="Web-{4FE86AC6-560F-0ADB-1A1E-4D08953ACB16}" dt="2025-07-05T13:03:37.307" v="19" actId="1076"/>
          <ac:spMkLst>
            <pc:docMk/>
            <pc:sldMk cId="1114226841" sldId="268"/>
            <ac:spMk id="13" creationId="{B494584F-3908-A2C6-5194-3A1647A45201}"/>
          </ac:spMkLst>
        </pc:spChg>
        <pc:spChg chg="mod">
          <ac:chgData name="LEEJIWON" userId="S::24511401@hansung.edu::395016e7-fa8d-4094-9a1a-d675cd884d58" providerId="AD" clId="Web-{4FE86AC6-560F-0ADB-1A1E-4D08953ACB16}" dt="2025-07-05T13:03:42.854" v="20" actId="1076"/>
          <ac:spMkLst>
            <pc:docMk/>
            <pc:sldMk cId="1114226841" sldId="268"/>
            <ac:spMk id="14" creationId="{032D7A4A-6E22-ACD4-6FE6-16347CDC604F}"/>
          </ac:spMkLst>
        </pc:spChg>
        <pc:spChg chg="mod">
          <ac:chgData name="LEEJIWON" userId="S::24511401@hansung.edu::395016e7-fa8d-4094-9a1a-d675cd884d58" providerId="AD" clId="Web-{4FE86AC6-560F-0ADB-1A1E-4D08953ACB16}" dt="2025-07-05T13:03:15.305" v="12"/>
          <ac:spMkLst>
            <pc:docMk/>
            <pc:sldMk cId="1114226841" sldId="268"/>
            <ac:spMk id="15" creationId="{4A38544D-EA52-0067-82DD-AADE9DB522FD}"/>
          </ac:spMkLst>
        </pc:spChg>
        <pc:picChg chg="mod">
          <ac:chgData name="LEEJIWON" userId="S::24511401@hansung.edu::395016e7-fa8d-4094-9a1a-d675cd884d58" providerId="AD" clId="Web-{4FE86AC6-560F-0ADB-1A1E-4D08953ACB16}" dt="2025-07-05T13:03:46.339" v="21" actId="1076"/>
          <ac:picMkLst>
            <pc:docMk/>
            <pc:sldMk cId="1114226841" sldId="268"/>
            <ac:picMk id="5" creationId="{3DEFA608-AEA1-558B-17C3-267FDD68DB42}"/>
          </ac:picMkLst>
        </pc:picChg>
        <pc:picChg chg="mod">
          <ac:chgData name="LEEJIWON" userId="S::24511401@hansung.edu::395016e7-fa8d-4094-9a1a-d675cd884d58" providerId="AD" clId="Web-{4FE86AC6-560F-0ADB-1A1E-4D08953ACB16}" dt="2025-07-05T13:03:50.089" v="24" actId="1076"/>
          <ac:picMkLst>
            <pc:docMk/>
            <pc:sldMk cId="1114226841" sldId="268"/>
            <ac:picMk id="6" creationId="{307A6E9B-5E51-1288-D184-7BBDEE33F735}"/>
          </ac:picMkLst>
        </pc:picChg>
        <pc:picChg chg="mod">
          <ac:chgData name="LEEJIWON" userId="S::24511401@hansung.edu::395016e7-fa8d-4094-9a1a-d675cd884d58" providerId="AD" clId="Web-{4FE86AC6-560F-0ADB-1A1E-4D08953ACB16}" dt="2025-07-05T13:03:48.761" v="23" actId="1076"/>
          <ac:picMkLst>
            <pc:docMk/>
            <pc:sldMk cId="1114226841" sldId="268"/>
            <ac:picMk id="7" creationId="{AA113834-5661-5826-646C-67E54901B05F}"/>
          </ac:picMkLst>
        </pc:picChg>
      </pc:sldChg>
    </pc:docChg>
  </pc:docChgLst>
  <pc:docChgLst>
    <pc:chgData name="LEEJIWON" userId="S::24511401@hansung.edu::395016e7-fa8d-4094-9a1a-d675cd884d58" providerId="AD" clId="Web-{69B89385-AD01-94AA-4E4A-2DACF07776CD}"/>
    <pc:docChg chg="modSld">
      <pc:chgData name="LEEJIWON" userId="S::24511401@hansung.edu::395016e7-fa8d-4094-9a1a-d675cd884d58" providerId="AD" clId="Web-{69B89385-AD01-94AA-4E4A-2DACF07776CD}" dt="2025-07-07T05:53:39.960" v="2"/>
      <pc:docMkLst>
        <pc:docMk/>
      </pc:docMkLst>
      <pc:sldChg chg="modNotes">
        <pc:chgData name="LEEJIWON" userId="S::24511401@hansung.edu::395016e7-fa8d-4094-9a1a-d675cd884d58" providerId="AD" clId="Web-{69B89385-AD01-94AA-4E4A-2DACF07776CD}" dt="2025-07-07T05:53:39.960" v="2"/>
        <pc:sldMkLst>
          <pc:docMk/>
          <pc:sldMk cId="1478485762" sldId="287"/>
        </pc:sldMkLst>
      </pc:sldChg>
    </pc:docChg>
  </pc:docChgLst>
  <pc:docChgLst>
    <pc:chgData name="LEEJIWON" userId="S::24511401@hansung.edu::395016e7-fa8d-4094-9a1a-d675cd884d58" providerId="AD" clId="Web-{CCD4F77C-6BD3-A478-FD0A-2706A995E9F7}"/>
    <pc:docChg chg="modSld">
      <pc:chgData name="LEEJIWON" userId="S::24511401@hansung.edu::395016e7-fa8d-4094-9a1a-d675cd884d58" providerId="AD" clId="Web-{CCD4F77C-6BD3-A478-FD0A-2706A995E9F7}" dt="2025-07-06T09:34:50.497" v="27"/>
      <pc:docMkLst>
        <pc:docMk/>
      </pc:docMkLst>
      <pc:sldChg chg="addSp delSp modSp mod setBg">
        <pc:chgData name="LEEJIWON" userId="S::24511401@hansung.edu::395016e7-fa8d-4094-9a1a-d675cd884d58" providerId="AD" clId="Web-{CCD4F77C-6BD3-A478-FD0A-2706A995E9F7}" dt="2025-07-06T02:16:47.551" v="5"/>
        <pc:sldMkLst>
          <pc:docMk/>
          <pc:sldMk cId="1899537033" sldId="262"/>
        </pc:sldMkLst>
        <pc:picChg chg="add del mod">
          <ac:chgData name="LEEJIWON" userId="S::24511401@hansung.edu::395016e7-fa8d-4094-9a1a-d675cd884d58" providerId="AD" clId="Web-{CCD4F77C-6BD3-A478-FD0A-2706A995E9F7}" dt="2025-07-06T02:16:23.550" v="2"/>
          <ac:picMkLst>
            <pc:docMk/>
            <pc:sldMk cId="1899537033" sldId="262"/>
            <ac:picMk id="2" creationId="{25DB2430-6638-84A6-D0C3-41F932A601ED}"/>
          </ac:picMkLst>
        </pc:picChg>
        <pc:picChg chg="add del mod ord">
          <ac:chgData name="LEEJIWON" userId="S::24511401@hansung.edu::395016e7-fa8d-4094-9a1a-d675cd884d58" providerId="AD" clId="Web-{CCD4F77C-6BD3-A478-FD0A-2706A995E9F7}" dt="2025-07-06T02:16:47.551" v="5"/>
          <ac:picMkLst>
            <pc:docMk/>
            <pc:sldMk cId="1899537033" sldId="262"/>
            <ac:picMk id="6" creationId="{3FD0E84E-7907-0130-D923-C5A0C0B39CB1}"/>
          </ac:picMkLst>
        </pc:picChg>
      </pc:sldChg>
      <pc:sldChg chg="modNotes">
        <pc:chgData name="LEEJIWON" userId="S::24511401@hansung.edu::395016e7-fa8d-4094-9a1a-d675cd884d58" providerId="AD" clId="Web-{CCD4F77C-6BD3-A478-FD0A-2706A995E9F7}" dt="2025-07-06T03:57:43.008" v="12"/>
        <pc:sldMkLst>
          <pc:docMk/>
          <pc:sldMk cId="1394962320" sldId="277"/>
        </pc:sldMkLst>
      </pc:sldChg>
      <pc:sldChg chg="modNotes">
        <pc:chgData name="LEEJIWON" userId="S::24511401@hansung.edu::395016e7-fa8d-4094-9a1a-d675cd884d58" providerId="AD" clId="Web-{CCD4F77C-6BD3-A478-FD0A-2706A995E9F7}" dt="2025-07-06T09:34:50.497" v="27"/>
        <pc:sldMkLst>
          <pc:docMk/>
          <pc:sldMk cId="1245489045" sldId="279"/>
        </pc:sldMkLst>
      </pc:sldChg>
      <pc:sldChg chg="modSp">
        <pc:chgData name="LEEJIWON" userId="S::24511401@hansung.edu::395016e7-fa8d-4094-9a1a-d675cd884d58" providerId="AD" clId="Web-{CCD4F77C-6BD3-A478-FD0A-2706A995E9F7}" dt="2025-07-06T09:34:46.200" v="24" actId="20577"/>
        <pc:sldMkLst>
          <pc:docMk/>
          <pc:sldMk cId="2375226373" sldId="281"/>
        </pc:sldMkLst>
        <pc:spChg chg="mod">
          <ac:chgData name="LEEJIWON" userId="S::24511401@hansung.edu::395016e7-fa8d-4094-9a1a-d675cd884d58" providerId="AD" clId="Web-{CCD4F77C-6BD3-A478-FD0A-2706A995E9F7}" dt="2025-07-06T09:34:46.200" v="24" actId="20577"/>
          <ac:spMkLst>
            <pc:docMk/>
            <pc:sldMk cId="2375226373" sldId="281"/>
            <ac:spMk id="4" creationId="{3C20F1C4-2A7F-734B-6E2E-6892AAB2DC01}"/>
          </ac:spMkLst>
        </pc:spChg>
      </pc:sldChg>
    </pc:docChg>
  </pc:docChgLst>
  <pc:docChgLst>
    <pc:chgData name="LEEJIWON" userId="S::24511401@hansung.edu::395016e7-fa8d-4094-9a1a-d675cd884d58" providerId="AD" clId="Web-{6B2C44FA-120B-8253-0115-FE61183ADA3E}"/>
    <pc:docChg chg="modSld">
      <pc:chgData name="LEEJIWON" userId="S::24511401@hansung.edu::395016e7-fa8d-4094-9a1a-d675cd884d58" providerId="AD" clId="Web-{6B2C44FA-120B-8253-0115-FE61183ADA3E}" dt="2025-07-02T10:35:30.188" v="255"/>
      <pc:docMkLst>
        <pc:docMk/>
      </pc:docMkLst>
      <pc:sldChg chg="modNotes">
        <pc:chgData name="LEEJIWON" userId="S::24511401@hansung.edu::395016e7-fa8d-4094-9a1a-d675cd884d58" providerId="AD" clId="Web-{6B2C44FA-120B-8253-0115-FE61183ADA3E}" dt="2025-07-02T10:29:08.219" v="126"/>
        <pc:sldMkLst>
          <pc:docMk/>
          <pc:sldMk cId="2375226373" sldId="281"/>
        </pc:sldMkLst>
      </pc:sldChg>
      <pc:sldChg chg="modNotes">
        <pc:chgData name="LEEJIWON" userId="S::24511401@hansung.edu::395016e7-fa8d-4094-9a1a-d675cd884d58" providerId="AD" clId="Web-{6B2C44FA-120B-8253-0115-FE61183ADA3E}" dt="2025-07-02T10:28:51.046" v="122"/>
        <pc:sldMkLst>
          <pc:docMk/>
          <pc:sldMk cId="3797799592" sldId="282"/>
        </pc:sldMkLst>
      </pc:sldChg>
      <pc:sldChg chg="modNotes">
        <pc:chgData name="LEEJIWON" userId="S::24511401@hansung.edu::395016e7-fa8d-4094-9a1a-d675cd884d58" providerId="AD" clId="Web-{6B2C44FA-120B-8253-0115-FE61183ADA3E}" dt="2025-07-02T10:33:36.121" v="225"/>
        <pc:sldMkLst>
          <pc:docMk/>
          <pc:sldMk cId="3275047949" sldId="283"/>
        </pc:sldMkLst>
      </pc:sldChg>
      <pc:sldChg chg="modSp modNotes">
        <pc:chgData name="LEEJIWON" userId="S::24511401@hansung.edu::395016e7-fa8d-4094-9a1a-d675cd884d58" providerId="AD" clId="Web-{6B2C44FA-120B-8253-0115-FE61183ADA3E}" dt="2025-07-02T10:32:22.243" v="204" actId="20577"/>
        <pc:sldMkLst>
          <pc:docMk/>
          <pc:sldMk cId="3822476660" sldId="284"/>
        </pc:sldMkLst>
        <pc:spChg chg="mod">
          <ac:chgData name="LEEJIWON" userId="S::24511401@hansung.edu::395016e7-fa8d-4094-9a1a-d675cd884d58" providerId="AD" clId="Web-{6B2C44FA-120B-8253-0115-FE61183ADA3E}" dt="2025-07-02T10:32:22.243" v="204" actId="20577"/>
          <ac:spMkLst>
            <pc:docMk/>
            <pc:sldMk cId="3822476660" sldId="284"/>
            <ac:spMk id="4" creationId="{95985628-2613-7ADE-F1C1-048F251B7EDA}"/>
          </ac:spMkLst>
        </pc:spChg>
      </pc:sldChg>
      <pc:sldChg chg="modNotes">
        <pc:chgData name="LEEJIWON" userId="S::24511401@hansung.edu::395016e7-fa8d-4094-9a1a-d675cd884d58" providerId="AD" clId="Web-{6B2C44FA-120B-8253-0115-FE61183ADA3E}" dt="2025-07-02T10:35:10.484" v="252"/>
        <pc:sldMkLst>
          <pc:docMk/>
          <pc:sldMk cId="1776537159" sldId="285"/>
        </pc:sldMkLst>
      </pc:sldChg>
      <pc:sldChg chg="modNotes">
        <pc:chgData name="LEEJIWON" userId="S::24511401@hansung.edu::395016e7-fa8d-4094-9a1a-d675cd884d58" providerId="AD" clId="Web-{6B2C44FA-120B-8253-0115-FE61183ADA3E}" dt="2025-07-02T10:35:30.188" v="255"/>
        <pc:sldMkLst>
          <pc:docMk/>
          <pc:sldMk cId="261662966" sldId="286"/>
        </pc:sldMkLst>
      </pc:sldChg>
    </pc:docChg>
  </pc:docChgLst>
  <pc:docChgLst>
    <pc:chgData name="LEEJIWON" userId="S::24511401@hansung.edu::395016e7-fa8d-4094-9a1a-d675cd884d58" providerId="AD" clId="Web-{678A04C5-9115-CAE5-4D41-555D723AD278}"/>
    <pc:docChg chg="modSld">
      <pc:chgData name="LEEJIWON" userId="S::24511401@hansung.edu::395016e7-fa8d-4094-9a1a-d675cd884d58" providerId="AD" clId="Web-{678A04C5-9115-CAE5-4D41-555D723AD278}" dt="2025-07-05T13:42:16.104" v="116" actId="14100"/>
      <pc:docMkLst>
        <pc:docMk/>
      </pc:docMkLst>
      <pc:sldChg chg="modNotes">
        <pc:chgData name="LEEJIWON" userId="S::24511401@hansung.edu::395016e7-fa8d-4094-9a1a-d675cd884d58" providerId="AD" clId="Web-{678A04C5-9115-CAE5-4D41-555D723AD278}" dt="2025-07-05T13:27:52.239" v="1"/>
        <pc:sldMkLst>
          <pc:docMk/>
          <pc:sldMk cId="1009917358" sldId="265"/>
        </pc:sldMkLst>
      </pc:sldChg>
      <pc:sldChg chg="modSp">
        <pc:chgData name="LEEJIWON" userId="S::24511401@hansung.edu::395016e7-fa8d-4094-9a1a-d675cd884d58" providerId="AD" clId="Web-{678A04C5-9115-CAE5-4D41-555D723AD278}" dt="2025-07-05T13:36:32.696" v="45" actId="14100"/>
        <pc:sldMkLst>
          <pc:docMk/>
          <pc:sldMk cId="3082642603" sldId="271"/>
        </pc:sldMkLst>
        <pc:picChg chg="mod modCrop">
          <ac:chgData name="LEEJIWON" userId="S::24511401@hansung.edu::395016e7-fa8d-4094-9a1a-d675cd884d58" providerId="AD" clId="Web-{678A04C5-9115-CAE5-4D41-555D723AD278}" dt="2025-07-05T13:36:32.696" v="45" actId="14100"/>
          <ac:picMkLst>
            <pc:docMk/>
            <pc:sldMk cId="3082642603" sldId="271"/>
            <ac:picMk id="24" creationId="{271D2443-2735-AD54-0B22-445D0FC4C6DE}"/>
          </ac:picMkLst>
        </pc:picChg>
      </pc:sldChg>
      <pc:sldChg chg="addSp delSp modSp">
        <pc:chgData name="LEEJIWON" userId="S::24511401@hansung.edu::395016e7-fa8d-4094-9a1a-d675cd884d58" providerId="AD" clId="Web-{678A04C5-9115-CAE5-4D41-555D723AD278}" dt="2025-07-05T13:38:36.844" v="81" actId="14100"/>
        <pc:sldMkLst>
          <pc:docMk/>
          <pc:sldMk cId="503193100" sldId="272"/>
        </pc:sldMkLst>
        <pc:spChg chg="mod">
          <ac:chgData name="LEEJIWON" userId="S::24511401@hansung.edu::395016e7-fa8d-4094-9a1a-d675cd884d58" providerId="AD" clId="Web-{678A04C5-9115-CAE5-4D41-555D723AD278}" dt="2025-07-05T13:38:36.844" v="81" actId="14100"/>
          <ac:spMkLst>
            <pc:docMk/>
            <pc:sldMk cId="503193100" sldId="272"/>
            <ac:spMk id="9" creationId="{90CABE73-0ACE-B297-49FD-664BA9FFBE1C}"/>
          </ac:spMkLst>
        </pc:spChg>
        <pc:spChg chg="add mod ord">
          <ac:chgData name="LEEJIWON" userId="S::24511401@hansung.edu::395016e7-fa8d-4094-9a1a-d675cd884d58" providerId="AD" clId="Web-{678A04C5-9115-CAE5-4D41-555D723AD278}" dt="2025-07-05T13:38:31.907" v="80" actId="14100"/>
          <ac:spMkLst>
            <pc:docMk/>
            <pc:sldMk cId="503193100" sldId="272"/>
            <ac:spMk id="10" creationId="{951D5D19-DEBC-033E-E61F-E12D00F73A95}"/>
          </ac:spMkLst>
        </pc:spChg>
        <pc:picChg chg="add del mod ord modCrop">
          <ac:chgData name="LEEJIWON" userId="S::24511401@hansung.edu::395016e7-fa8d-4094-9a1a-d675cd884d58" providerId="AD" clId="Web-{678A04C5-9115-CAE5-4D41-555D723AD278}" dt="2025-07-05T13:38:24.641" v="78" actId="14100"/>
          <ac:picMkLst>
            <pc:docMk/>
            <pc:sldMk cId="503193100" sldId="272"/>
            <ac:picMk id="3" creationId="{CE09EFC0-2F64-BD27-BD01-BE801BA46A3F}"/>
          </ac:picMkLst>
        </pc:picChg>
      </pc:sldChg>
      <pc:sldChg chg="addSp delSp modSp">
        <pc:chgData name="LEEJIWON" userId="S::24511401@hansung.edu::395016e7-fa8d-4094-9a1a-d675cd884d58" providerId="AD" clId="Web-{678A04C5-9115-CAE5-4D41-555D723AD278}" dt="2025-07-05T13:42:16.104" v="116" actId="14100"/>
        <pc:sldMkLst>
          <pc:docMk/>
          <pc:sldMk cId="3115697926" sldId="273"/>
        </pc:sldMkLst>
        <pc:spChg chg="mod">
          <ac:chgData name="LEEJIWON" userId="S::24511401@hansung.edu::395016e7-fa8d-4094-9a1a-d675cd884d58" providerId="AD" clId="Web-{678A04C5-9115-CAE5-4D41-555D723AD278}" dt="2025-07-05T13:36:45.384" v="49" actId="14100"/>
          <ac:spMkLst>
            <pc:docMk/>
            <pc:sldMk cId="3115697926" sldId="273"/>
            <ac:spMk id="3" creationId="{36F1B188-E11F-B844-EFD3-B1413061A5BE}"/>
          </ac:spMkLst>
        </pc:spChg>
        <pc:spChg chg="mod">
          <ac:chgData name="LEEJIWON" userId="S::24511401@hansung.edu::395016e7-fa8d-4094-9a1a-d675cd884d58" providerId="AD" clId="Web-{678A04C5-9115-CAE5-4D41-555D723AD278}" dt="2025-07-05T13:42:16.104" v="116" actId="14100"/>
          <ac:spMkLst>
            <pc:docMk/>
            <pc:sldMk cId="3115697926" sldId="273"/>
            <ac:spMk id="4" creationId="{DA19296B-9903-7FA5-7960-6E594E897ECF}"/>
          </ac:spMkLst>
        </pc:spChg>
        <pc:picChg chg="add ord">
          <ac:chgData name="LEEJIWON" userId="S::24511401@hansung.edu::395016e7-fa8d-4094-9a1a-d675cd884d58" providerId="AD" clId="Web-{678A04C5-9115-CAE5-4D41-555D723AD278}" dt="2025-07-05T13:36:38.196" v="47"/>
          <ac:picMkLst>
            <pc:docMk/>
            <pc:sldMk cId="3115697926" sldId="273"/>
            <ac:picMk id="8" creationId="{79CAAFC7-8101-7C3C-6718-80ADC6B56F05}"/>
          </ac:picMkLst>
        </pc:picChg>
      </pc:sldChg>
      <pc:sldChg chg="addSp delSp modSp">
        <pc:chgData name="LEEJIWON" userId="S::24511401@hansung.edu::395016e7-fa8d-4094-9a1a-d675cd884d58" providerId="AD" clId="Web-{678A04C5-9115-CAE5-4D41-555D723AD278}" dt="2025-07-05T13:42:07.507" v="115" actId="14100"/>
        <pc:sldMkLst>
          <pc:docMk/>
          <pc:sldMk cId="3673691562" sldId="274"/>
        </pc:sldMkLst>
        <pc:spChg chg="mod">
          <ac:chgData name="LEEJIWON" userId="S::24511401@hansung.edu::395016e7-fa8d-4094-9a1a-d675cd884d58" providerId="AD" clId="Web-{678A04C5-9115-CAE5-4D41-555D723AD278}" dt="2025-07-05T13:37:06.791" v="58" actId="14100"/>
          <ac:spMkLst>
            <pc:docMk/>
            <pc:sldMk cId="3673691562" sldId="274"/>
            <ac:spMk id="3" creationId="{C1CC5A0B-8533-E9C9-9DF8-2E6F6CB94364}"/>
          </ac:spMkLst>
        </pc:spChg>
        <pc:spChg chg="mod">
          <ac:chgData name="LEEJIWON" userId="S::24511401@hansung.edu::395016e7-fa8d-4094-9a1a-d675cd884d58" providerId="AD" clId="Web-{678A04C5-9115-CAE5-4D41-555D723AD278}" dt="2025-07-05T13:42:07.507" v="115" actId="14100"/>
          <ac:spMkLst>
            <pc:docMk/>
            <pc:sldMk cId="3673691562" sldId="274"/>
            <ac:spMk id="4" creationId="{1B780CA2-03BA-66F8-2579-F5F8FB210D63}"/>
          </ac:spMkLst>
        </pc:spChg>
        <pc:spChg chg="mod">
          <ac:chgData name="LEEJIWON" userId="S::24511401@hansung.edu::395016e7-fa8d-4094-9a1a-d675cd884d58" providerId="AD" clId="Web-{678A04C5-9115-CAE5-4D41-555D723AD278}" dt="2025-07-05T13:37:03.822" v="57" actId="14100"/>
          <ac:spMkLst>
            <pc:docMk/>
            <pc:sldMk cId="3673691562" sldId="274"/>
            <ac:spMk id="5" creationId="{D41C410A-E9F1-D9EA-68FC-51D050A0AC69}"/>
          </ac:spMkLst>
        </pc:spChg>
        <pc:picChg chg="add ord">
          <ac:chgData name="LEEJIWON" userId="S::24511401@hansung.edu::395016e7-fa8d-4094-9a1a-d675cd884d58" providerId="AD" clId="Web-{678A04C5-9115-CAE5-4D41-555D723AD278}" dt="2025-07-05T13:36:51.337" v="51"/>
          <ac:picMkLst>
            <pc:docMk/>
            <pc:sldMk cId="3673691562" sldId="274"/>
            <ac:picMk id="8" creationId="{7B3B6BCD-F1FF-47B1-20B0-72B626F56CCA}"/>
          </ac:picMkLst>
        </pc:picChg>
      </pc:sldChg>
      <pc:sldChg chg="addSp delSp modSp">
        <pc:chgData name="LEEJIWON" userId="S::24511401@hansung.edu::395016e7-fa8d-4094-9a1a-d675cd884d58" providerId="AD" clId="Web-{678A04C5-9115-CAE5-4D41-555D723AD278}" dt="2025-07-05T13:41:42.616" v="113"/>
        <pc:sldMkLst>
          <pc:docMk/>
          <pc:sldMk cId="1577039634" sldId="276"/>
        </pc:sldMkLst>
        <pc:picChg chg="add">
          <ac:chgData name="LEEJIWON" userId="S::24511401@hansung.edu::395016e7-fa8d-4094-9a1a-d675cd884d58" providerId="AD" clId="Web-{678A04C5-9115-CAE5-4D41-555D723AD278}" dt="2025-07-05T13:41:42.616" v="113"/>
          <ac:picMkLst>
            <pc:docMk/>
            <pc:sldMk cId="1577039634" sldId="276"/>
            <ac:picMk id="6" creationId="{6DA95FAC-F6D0-C9AC-DA58-CBBCB6CE20EB}"/>
          </ac:picMkLst>
        </pc:picChg>
      </pc:sldChg>
      <pc:sldChg chg="addSp delSp modSp">
        <pc:chgData name="LEEJIWON" userId="S::24511401@hansung.edu::395016e7-fa8d-4094-9a1a-d675cd884d58" providerId="AD" clId="Web-{678A04C5-9115-CAE5-4D41-555D723AD278}" dt="2025-07-05T13:41:36.397" v="111" actId="14100"/>
        <pc:sldMkLst>
          <pc:docMk/>
          <pc:sldMk cId="1394962320" sldId="277"/>
        </pc:sldMkLst>
        <pc:spChg chg="mod">
          <ac:chgData name="LEEJIWON" userId="S::24511401@hansung.edu::395016e7-fa8d-4094-9a1a-d675cd884d58" providerId="AD" clId="Web-{678A04C5-9115-CAE5-4D41-555D723AD278}" dt="2025-07-05T13:41:20.912" v="109" actId="14100"/>
          <ac:spMkLst>
            <pc:docMk/>
            <pc:sldMk cId="1394962320" sldId="277"/>
            <ac:spMk id="6" creationId="{000BA1D8-DECA-2515-8890-CF1FEB050A5A}"/>
          </ac:spMkLst>
        </pc:spChg>
        <pc:spChg chg="add mod">
          <ac:chgData name="LEEJIWON" userId="S::24511401@hansung.edu::395016e7-fa8d-4094-9a1a-d675cd884d58" providerId="AD" clId="Web-{678A04C5-9115-CAE5-4D41-555D723AD278}" dt="2025-07-05T13:41:18.584" v="108" actId="14100"/>
          <ac:spMkLst>
            <pc:docMk/>
            <pc:sldMk cId="1394962320" sldId="277"/>
            <ac:spMk id="10" creationId="{5F24D3E5-4241-725B-70FD-9BF4C7836324}"/>
          </ac:spMkLst>
        </pc:spChg>
        <pc:picChg chg="add mod ord">
          <ac:chgData name="LEEJIWON" userId="S::24511401@hansung.edu::395016e7-fa8d-4094-9a1a-d675cd884d58" providerId="AD" clId="Web-{678A04C5-9115-CAE5-4D41-555D723AD278}" dt="2025-07-05T13:41:36.397" v="111" actId="14100"/>
          <ac:picMkLst>
            <pc:docMk/>
            <pc:sldMk cId="1394962320" sldId="277"/>
            <ac:picMk id="7" creationId="{8858DA9F-2EC5-BDB2-BD97-1F00424C85F6}"/>
          </ac:picMkLst>
        </pc:picChg>
      </pc:sldChg>
      <pc:sldChg chg="addSp modSp">
        <pc:chgData name="LEEJIWON" userId="S::24511401@hansung.edu::395016e7-fa8d-4094-9a1a-d675cd884d58" providerId="AD" clId="Web-{678A04C5-9115-CAE5-4D41-555D723AD278}" dt="2025-07-05T13:41:00.818" v="105" actId="14100"/>
        <pc:sldMkLst>
          <pc:docMk/>
          <pc:sldMk cId="2651551116" sldId="278"/>
        </pc:sldMkLst>
        <pc:spChg chg="add mod">
          <ac:chgData name="LEEJIWON" userId="S::24511401@hansung.edu::395016e7-fa8d-4094-9a1a-d675cd884d58" providerId="AD" clId="Web-{678A04C5-9115-CAE5-4D41-555D723AD278}" dt="2025-07-05T13:41:00.818" v="105" actId="14100"/>
          <ac:spMkLst>
            <pc:docMk/>
            <pc:sldMk cId="2651551116" sldId="278"/>
            <ac:spMk id="3" creationId="{7360B9FA-0EE8-46DE-997E-90DB9E5AF843}"/>
          </ac:spMkLst>
        </pc:spChg>
        <pc:picChg chg="mod modCrop">
          <ac:chgData name="LEEJIWON" userId="S::24511401@hansung.edu::395016e7-fa8d-4094-9a1a-d675cd884d58" providerId="AD" clId="Web-{678A04C5-9115-CAE5-4D41-555D723AD278}" dt="2025-07-05T13:40:45.395" v="102" actId="14100"/>
          <ac:picMkLst>
            <pc:docMk/>
            <pc:sldMk cId="2651551116" sldId="278"/>
            <ac:picMk id="4" creationId="{389FBA0F-F69F-00D3-2F0E-BCE337171863}"/>
          </ac:picMkLst>
        </pc:picChg>
      </pc:sldChg>
    </pc:docChg>
  </pc:docChgLst>
  <pc:docChgLst>
    <pc:chgData name="LEEJIWON" userId="S::24511401@hansung.edu::395016e7-fa8d-4094-9a1a-d675cd884d58" providerId="AD" clId="Web-{6BDD9621-5ED1-8914-E639-9D5512D9634F}"/>
    <pc:docChg chg="modSld">
      <pc:chgData name="LEEJIWON" userId="S::24511401@hansung.edu::395016e7-fa8d-4094-9a1a-d675cd884d58" providerId="AD" clId="Web-{6BDD9621-5ED1-8914-E639-9D5512D9634F}" dt="2025-07-01T13:39:20.750" v="15"/>
      <pc:docMkLst>
        <pc:docMk/>
      </pc:docMkLst>
      <pc:sldChg chg="modSp">
        <pc:chgData name="LEEJIWON" userId="S::24511401@hansung.edu::395016e7-fa8d-4094-9a1a-d675cd884d58" providerId="AD" clId="Web-{6BDD9621-5ED1-8914-E639-9D5512D9634F}" dt="2025-07-01T13:38:22.466" v="5" actId="20577"/>
        <pc:sldMkLst>
          <pc:docMk/>
          <pc:sldMk cId="1622630053" sldId="266"/>
        </pc:sldMkLst>
        <pc:spChg chg="mod">
          <ac:chgData name="LEEJIWON" userId="S::24511401@hansung.edu::395016e7-fa8d-4094-9a1a-d675cd884d58" providerId="AD" clId="Web-{6BDD9621-5ED1-8914-E639-9D5512D9634F}" dt="2025-07-01T13:38:22.466" v="5" actId="20577"/>
          <ac:spMkLst>
            <pc:docMk/>
            <pc:sldMk cId="1622630053" sldId="266"/>
            <ac:spMk id="4" creationId="{5E85A851-E1D9-AB1A-C3A8-9069A65BE84B}"/>
          </ac:spMkLst>
        </pc:spChg>
        <pc:spChg chg="mod">
          <ac:chgData name="LEEJIWON" userId="S::24511401@hansung.edu::395016e7-fa8d-4094-9a1a-d675cd884d58" providerId="AD" clId="Web-{6BDD9621-5ED1-8914-E639-9D5512D9634F}" dt="2025-07-01T13:38:03.543" v="2"/>
          <ac:spMkLst>
            <pc:docMk/>
            <pc:sldMk cId="1622630053" sldId="266"/>
            <ac:spMk id="9" creationId="{AC9C4BE7-5765-C4DB-681B-C7A114729BB0}"/>
          </ac:spMkLst>
        </pc:spChg>
      </pc:sldChg>
      <pc:sldChg chg="addSp delSp modSp">
        <pc:chgData name="LEEJIWON" userId="S::24511401@hansung.edu::395016e7-fa8d-4094-9a1a-d675cd884d58" providerId="AD" clId="Web-{6BDD9621-5ED1-8914-E639-9D5512D9634F}" dt="2025-07-01T13:39:20.750" v="15"/>
        <pc:sldMkLst>
          <pc:docMk/>
          <pc:sldMk cId="1394962320" sldId="277"/>
        </pc:sldMkLst>
      </pc:sldChg>
    </pc:docChg>
  </pc:docChgLst>
  <pc:docChgLst>
    <pc:chgData name="LEEJIWON" userId="S::24511401@hansung.edu::395016e7-fa8d-4094-9a1a-d675cd884d58" providerId="AD" clId="Web-{F91CEA55-260D-B4A2-C70D-D50C04D9E868}"/>
    <pc:docChg chg="modSld">
      <pc:chgData name="LEEJIWON" userId="S::24511401@hansung.edu::395016e7-fa8d-4094-9a1a-d675cd884d58" providerId="AD" clId="Web-{F91CEA55-260D-B4A2-C70D-D50C04D9E868}" dt="2025-07-04T11:02:42.121" v="20" actId="1076"/>
      <pc:docMkLst>
        <pc:docMk/>
      </pc:docMkLst>
      <pc:sldChg chg="modSp">
        <pc:chgData name="LEEJIWON" userId="S::24511401@hansung.edu::395016e7-fa8d-4094-9a1a-d675cd884d58" providerId="AD" clId="Web-{F91CEA55-260D-B4A2-C70D-D50C04D9E868}" dt="2025-07-04T11:02:42.121" v="20" actId="1076"/>
        <pc:sldMkLst>
          <pc:docMk/>
          <pc:sldMk cId="1899537033" sldId="262"/>
        </pc:sldMkLst>
        <pc:spChg chg="mod">
          <ac:chgData name="LEEJIWON" userId="S::24511401@hansung.edu::395016e7-fa8d-4094-9a1a-d675cd884d58" providerId="AD" clId="Web-{F91CEA55-260D-B4A2-C70D-D50C04D9E868}" dt="2025-07-04T11:02:42.106" v="18" actId="1076"/>
          <ac:spMkLst>
            <pc:docMk/>
            <pc:sldMk cId="1899537033" sldId="262"/>
            <ac:spMk id="4" creationId="{F31960A4-AC47-47D5-93D7-3A7545E7E0B2}"/>
          </ac:spMkLst>
        </pc:spChg>
        <pc:spChg chg="mod">
          <ac:chgData name="LEEJIWON" userId="S::24511401@hansung.edu::395016e7-fa8d-4094-9a1a-d675cd884d58" providerId="AD" clId="Web-{F91CEA55-260D-B4A2-C70D-D50C04D9E868}" dt="2025-07-04T11:02:42.121" v="19" actId="1076"/>
          <ac:spMkLst>
            <pc:docMk/>
            <pc:sldMk cId="1899537033" sldId="262"/>
            <ac:spMk id="5" creationId="{92EA5444-A939-369F-1C71-6E01A4D5E745}"/>
          </ac:spMkLst>
        </pc:spChg>
        <pc:picChg chg="mod">
          <ac:chgData name="LEEJIWON" userId="S::24511401@hansung.edu::395016e7-fa8d-4094-9a1a-d675cd884d58" providerId="AD" clId="Web-{F91CEA55-260D-B4A2-C70D-D50C04D9E868}" dt="2025-07-04T11:02:42.121" v="20" actId="1076"/>
          <ac:picMkLst>
            <pc:docMk/>
            <pc:sldMk cId="1899537033" sldId="262"/>
            <ac:picMk id="8" creationId="{13B7E1E3-EF7D-E037-B164-D18A472ADA6E}"/>
          </ac:picMkLst>
        </pc:picChg>
      </pc:sldChg>
    </pc:docChg>
  </pc:docChgLst>
  <pc:docChgLst>
    <pc:chgData name="LEEJIWON" userId="S::24511401@hansung.edu::395016e7-fa8d-4094-9a1a-d675cd884d58" providerId="AD" clId="Web-{9A9F3792-F4A0-236F-8CF9-5DACEC6C934F}"/>
    <pc:docChg chg="mod addSld delSld modSld modMainMaster">
      <pc:chgData name="LEEJIWON" userId="S::24511401@hansung.edu::395016e7-fa8d-4094-9a1a-d675cd884d58" providerId="AD" clId="Web-{9A9F3792-F4A0-236F-8CF9-5DACEC6C934F}" dt="2025-07-02T02:03:44.648" v="161" actId="14100"/>
      <pc:docMkLst>
        <pc:docMk/>
      </pc:docMkLst>
      <pc:sldChg chg="addSp delSp modSp">
        <pc:chgData name="LEEJIWON" userId="S::24511401@hansung.edu::395016e7-fa8d-4094-9a1a-d675cd884d58" providerId="AD" clId="Web-{9A9F3792-F4A0-236F-8CF9-5DACEC6C934F}" dt="2025-07-02T02:03:29.600" v="158" actId="14100"/>
        <pc:sldMkLst>
          <pc:docMk/>
          <pc:sldMk cId="1899537033" sldId="262"/>
        </pc:sldMkLst>
        <pc:spChg chg="mod">
          <ac:chgData name="LEEJIWON" userId="S::24511401@hansung.edu::395016e7-fa8d-4094-9a1a-d675cd884d58" providerId="AD" clId="Web-{9A9F3792-F4A0-236F-8CF9-5DACEC6C934F}" dt="2025-07-02T02:03:29.600" v="157" actId="14100"/>
          <ac:spMkLst>
            <pc:docMk/>
            <pc:sldMk cId="1899537033" sldId="262"/>
            <ac:spMk id="4" creationId="{F31960A4-AC47-47D5-93D7-3A7545E7E0B2}"/>
          </ac:spMkLst>
        </pc:spChg>
        <pc:spChg chg="mod">
          <ac:chgData name="LEEJIWON" userId="S::24511401@hansung.edu::395016e7-fa8d-4094-9a1a-d675cd884d58" providerId="AD" clId="Web-{9A9F3792-F4A0-236F-8CF9-5DACEC6C934F}" dt="2025-07-02T02:03:29.600" v="158" actId="14100"/>
          <ac:spMkLst>
            <pc:docMk/>
            <pc:sldMk cId="1899537033" sldId="262"/>
            <ac:spMk id="5" creationId="{92EA5444-A939-369F-1C71-6E01A4D5E745}"/>
          </ac:spMkLst>
        </pc:spChg>
        <pc:picChg chg="mod">
          <ac:chgData name="LEEJIWON" userId="S::24511401@hansung.edu::395016e7-fa8d-4094-9a1a-d675cd884d58" providerId="AD" clId="Web-{9A9F3792-F4A0-236F-8CF9-5DACEC6C934F}" dt="2025-07-02T01:10:39.658" v="64" actId="1076"/>
          <ac:picMkLst>
            <pc:docMk/>
            <pc:sldMk cId="1899537033" sldId="262"/>
            <ac:picMk id="8" creationId="{13B7E1E3-EF7D-E037-B164-D18A472ADA6E}"/>
          </ac:picMkLst>
        </pc:picChg>
        <pc:picChg chg="add mod ord modCrop">
          <ac:chgData name="LEEJIWON" userId="S::24511401@hansung.edu::395016e7-fa8d-4094-9a1a-d675cd884d58" providerId="AD" clId="Web-{9A9F3792-F4A0-236F-8CF9-5DACEC6C934F}" dt="2025-07-02T02:03:24.381" v="156" actId="1076"/>
          <ac:picMkLst>
            <pc:docMk/>
            <pc:sldMk cId="1899537033" sldId="262"/>
            <ac:picMk id="9" creationId="{E0E2AC34-E759-F25A-989B-86DDB70D0961}"/>
          </ac:picMkLst>
        </pc:picChg>
        <pc:picChg chg="add mod">
          <ac:chgData name="LEEJIWON" userId="S::24511401@hansung.edu::395016e7-fa8d-4094-9a1a-d675cd884d58" providerId="AD" clId="Web-{9A9F3792-F4A0-236F-8CF9-5DACEC6C934F}" dt="2025-07-02T02:03:06.208" v="152" actId="14100"/>
          <ac:picMkLst>
            <pc:docMk/>
            <pc:sldMk cId="1899537033" sldId="262"/>
            <ac:picMk id="10" creationId="{4363B5F3-707A-6291-1448-80A39144F3C4}"/>
          </ac:picMkLst>
        </pc:picChg>
      </pc:sldChg>
      <pc:sldChg chg="addSp delSp modSp">
        <pc:chgData name="LEEJIWON" userId="S::24511401@hansung.edu::395016e7-fa8d-4094-9a1a-d675cd884d58" providerId="AD" clId="Web-{9A9F3792-F4A0-236F-8CF9-5DACEC6C934F}" dt="2025-07-02T01:17:49.688" v="73"/>
        <pc:sldMkLst>
          <pc:docMk/>
          <pc:sldMk cId="424543376" sldId="263"/>
        </pc:sldMkLst>
      </pc:sldChg>
      <pc:sldChg chg="addSp modSp">
        <pc:chgData name="LEEJIWON" userId="S::24511401@hansung.edu::395016e7-fa8d-4094-9a1a-d675cd884d58" providerId="AD" clId="Web-{9A9F3792-F4A0-236F-8CF9-5DACEC6C934F}" dt="2025-07-02T01:17:28.047" v="67"/>
        <pc:sldMkLst>
          <pc:docMk/>
          <pc:sldMk cId="1009917358" sldId="265"/>
        </pc:sldMkLst>
        <pc:spChg chg="add mod">
          <ac:chgData name="LEEJIWON" userId="S::24511401@hansung.edu::395016e7-fa8d-4094-9a1a-d675cd884d58" providerId="AD" clId="Web-{9A9F3792-F4A0-236F-8CF9-5DACEC6C934F}" dt="2025-07-02T01:17:28.047" v="67"/>
          <ac:spMkLst>
            <pc:docMk/>
            <pc:sldMk cId="1009917358" sldId="265"/>
            <ac:spMk id="5" creationId="{38E24F63-CBEC-CC06-3B39-FCC0AD385A6D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622630053" sldId="266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622630053" sldId="266"/>
            <ac:spMk id="6" creationId="{FC38478C-8DFE-A3DE-650F-CA251BB6F6F7}"/>
          </ac:spMkLst>
        </pc:spChg>
      </pc:sldChg>
      <pc:sldChg chg="addSp delSp modSp">
        <pc:chgData name="LEEJIWON" userId="S::24511401@hansung.edu::395016e7-fa8d-4094-9a1a-d675cd884d58" providerId="AD" clId="Web-{9A9F3792-F4A0-236F-8CF9-5DACEC6C934F}" dt="2025-07-02T02:03:44.648" v="161" actId="14100"/>
        <pc:sldMkLst>
          <pc:docMk/>
          <pc:sldMk cId="1053784451" sldId="267"/>
        </pc:sldMkLst>
        <pc:picChg chg="add mod">
          <ac:chgData name="LEEJIWON" userId="S::24511401@hansung.edu::395016e7-fa8d-4094-9a1a-d675cd884d58" providerId="AD" clId="Web-{9A9F3792-F4A0-236F-8CF9-5DACEC6C934F}" dt="2025-07-02T02:03:44.648" v="161" actId="14100"/>
          <ac:picMkLst>
            <pc:docMk/>
            <pc:sldMk cId="1053784451" sldId="267"/>
            <ac:picMk id="2" creationId="{172A999A-BC3E-73AD-0635-554D8F99DDEA}"/>
          </ac:picMkLst>
        </pc:pic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114226841" sldId="268"/>
        </pc:sldMkLst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777901516" sldId="270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777901516" sldId="270"/>
            <ac:spMk id="6" creationId="{0547876F-86F7-1150-F411-69D3366B09E6}"/>
          </ac:spMkLst>
        </pc:spChg>
      </pc:sldChg>
      <pc:sldChg chg="addSp modSp add del modNotes">
        <pc:chgData name="LEEJIWON" userId="S::24511401@hansung.edu::395016e7-fa8d-4094-9a1a-d675cd884d58" providerId="AD" clId="Web-{9A9F3792-F4A0-236F-8CF9-5DACEC6C934F}" dt="2025-07-02T01:46:21.751" v="106"/>
        <pc:sldMkLst>
          <pc:docMk/>
          <pc:sldMk cId="3082642603" sldId="271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082642603" sldId="271"/>
            <ac:spMk id="3" creationId="{BBBC6390-70F2-9784-DD04-7A04C183EC55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503193100" sldId="272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503193100" sldId="272"/>
            <ac:spMk id="4" creationId="{7C69CBFD-C361-1288-BAD9-EA6AF60B62C0}"/>
          </ac:spMkLst>
        </pc:spChg>
      </pc:sldChg>
      <pc:sldChg chg="addSp modSp modNotes">
        <pc:chgData name="LEEJIWON" userId="S::24511401@hansung.edu::395016e7-fa8d-4094-9a1a-d675cd884d58" providerId="AD" clId="Web-{9A9F3792-F4A0-236F-8CF9-5DACEC6C934F}" dt="2025-07-02T01:46:20.313" v="104"/>
        <pc:sldMkLst>
          <pc:docMk/>
          <pc:sldMk cId="3115697926" sldId="273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115697926" sldId="273"/>
            <ac:spMk id="5" creationId="{855C2314-36A7-EC69-8C8F-923A219F2C0A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3673691562" sldId="274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673691562" sldId="274"/>
            <ac:spMk id="6" creationId="{3BD962B7-7BC4-3DC2-97B5-652B2741EDA0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501377789" sldId="275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501377789" sldId="275"/>
            <ac:spMk id="5" creationId="{DD633B78-99E8-B72D-F258-F87B2A14D460}"/>
          </ac:spMkLst>
        </pc:spChg>
      </pc:sldChg>
      <pc:sldChg chg="addSp delSp modSp add del modNotes">
        <pc:chgData name="LEEJIWON" userId="S::24511401@hansung.edu::395016e7-fa8d-4094-9a1a-d675cd884d58" providerId="AD" clId="Web-{9A9F3792-F4A0-236F-8CF9-5DACEC6C934F}" dt="2025-07-02T01:46:25.954" v="110"/>
        <pc:sldMkLst>
          <pc:docMk/>
          <pc:sldMk cId="1577039634" sldId="276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577039634" sldId="276"/>
            <ac:spMk id="4" creationId="{1A8734B9-4595-8989-F2D1-61DAF97686DB}"/>
          </ac:spMkLst>
        </pc:spChg>
        <pc:picChg chg="add mod ord">
          <ac:chgData name="LEEJIWON" userId="S::24511401@hansung.edu::395016e7-fa8d-4094-9a1a-d675cd884d58" providerId="AD" clId="Web-{9A9F3792-F4A0-236F-8CF9-5DACEC6C934F}" dt="2025-07-02T01:45:29.419" v="85"/>
          <ac:picMkLst>
            <pc:docMk/>
            <pc:sldMk cId="1577039634" sldId="276"/>
            <ac:picMk id="7" creationId="{36E9293A-1F14-1AFC-C087-3E1403BDC30D}"/>
          </ac:picMkLst>
        </pc:picChg>
      </pc:sldChg>
      <pc:sldChg chg="addSp delSp modSp modNotes">
        <pc:chgData name="LEEJIWON" userId="S::24511401@hansung.edu::395016e7-fa8d-4094-9a1a-d675cd884d58" providerId="AD" clId="Web-{9A9F3792-F4A0-236F-8CF9-5DACEC6C934F}" dt="2025-07-02T01:46:24.063" v="108"/>
        <pc:sldMkLst>
          <pc:docMk/>
          <pc:sldMk cId="1394962320" sldId="277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394962320" sldId="277"/>
            <ac:spMk id="4" creationId="{BCA19758-70DE-8D7C-84BD-12ABF8626F30}"/>
          </ac:spMkLst>
        </pc:spChg>
        <pc:picChg chg="add ord">
          <ac:chgData name="LEEJIWON" userId="S::24511401@hansung.edu::395016e7-fa8d-4094-9a1a-d675cd884d58" providerId="AD" clId="Web-{9A9F3792-F4A0-236F-8CF9-5DACEC6C934F}" dt="2025-07-02T01:45:33.044" v="88"/>
          <ac:picMkLst>
            <pc:docMk/>
            <pc:sldMk cId="1394962320" sldId="277"/>
            <ac:picMk id="9" creationId="{D9C91E5E-932E-2C84-010A-B372F7B2B73E}"/>
          </ac:picMkLst>
        </pc:picChg>
      </pc:sldChg>
      <pc:sldChg chg="addSp delSp modSp">
        <pc:chgData name="LEEJIWON" userId="S::24511401@hansung.edu::395016e7-fa8d-4094-9a1a-d675cd884d58" providerId="AD" clId="Web-{9A9F3792-F4A0-236F-8CF9-5DACEC6C934F}" dt="2025-07-02T01:45:43.561" v="92"/>
        <pc:sldMkLst>
          <pc:docMk/>
          <pc:sldMk cId="2651551116" sldId="278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2651551116" sldId="278"/>
            <ac:spMk id="5" creationId="{89519DE3-ED7A-A65A-5606-E321B89BBBBC}"/>
          </ac:spMkLst>
        </pc:spChg>
        <pc:picChg chg="add ord">
          <ac:chgData name="LEEJIWON" userId="S::24511401@hansung.edu::395016e7-fa8d-4094-9a1a-d675cd884d58" providerId="AD" clId="Web-{9A9F3792-F4A0-236F-8CF9-5DACEC6C934F}" dt="2025-07-02T01:45:42.373" v="91"/>
          <ac:picMkLst>
            <pc:docMk/>
            <pc:sldMk cId="2651551116" sldId="278"/>
            <ac:picMk id="7" creationId="{7A685C36-48D1-E02E-FCF5-A9C8E7638BF4}"/>
          </ac:picMkLst>
        </pc:pic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245489045" sldId="279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245489045" sldId="279"/>
            <ac:spMk id="5" creationId="{3179CECD-3A17-84F1-363D-EA9FFF0F4AF7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2375226373" sldId="281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2375226373" sldId="281"/>
            <ac:spMk id="5" creationId="{0C59DCA9-69F2-5EE6-E76A-653553D9FABF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3797799592" sldId="282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797799592" sldId="282"/>
            <ac:spMk id="5" creationId="{8323D579-4587-91B9-9C64-93498CD52A54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3275047949" sldId="283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275047949" sldId="283"/>
            <ac:spMk id="5" creationId="{7A0B545E-DF31-FA26-3FBC-99AF2619BA99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3822476660" sldId="284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3822476660" sldId="284"/>
            <ac:spMk id="5" creationId="{468A8220-D43E-9217-D824-A3991F39730F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776537159" sldId="285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776537159" sldId="285"/>
            <ac:spMk id="5" creationId="{110F0955-BDDF-13E5-99AF-C24C0B675C4F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261662966" sldId="286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261662966" sldId="286"/>
            <ac:spMk id="5" creationId="{65740588-6C2C-3BFB-4A7F-F80701E29374}"/>
          </ac:spMkLst>
        </pc:spChg>
      </pc:sldChg>
      <pc:sldChg chg="addSp modSp">
        <pc:chgData name="LEEJIWON" userId="S::24511401@hansung.edu::395016e7-fa8d-4094-9a1a-d675cd884d58" providerId="AD" clId="Web-{9A9F3792-F4A0-236F-8CF9-5DACEC6C934F}" dt="2025-07-02T01:17:42.204" v="70"/>
        <pc:sldMkLst>
          <pc:docMk/>
          <pc:sldMk cId="1478485762" sldId="287"/>
        </pc:sldMkLst>
        <pc:spChg chg="add mod">
          <ac:chgData name="LEEJIWON" userId="S::24511401@hansung.edu::395016e7-fa8d-4094-9a1a-d675cd884d58" providerId="AD" clId="Web-{9A9F3792-F4A0-236F-8CF9-5DACEC6C934F}" dt="2025-07-02T01:17:42.204" v="70"/>
          <ac:spMkLst>
            <pc:docMk/>
            <pc:sldMk cId="1478485762" sldId="287"/>
            <ac:spMk id="5" creationId="{F17BD393-C2C1-C0BA-B997-1DA12EDCC7DF}"/>
          </ac:spMkLst>
        </pc:spChg>
      </pc:sldChg>
      <pc:sldMasterChg chg="mod modSldLayout">
        <pc:chgData name="LEEJIWON" userId="S::24511401@hansung.edu::395016e7-fa8d-4094-9a1a-d675cd884d58" providerId="AD" clId="Web-{9A9F3792-F4A0-236F-8CF9-5DACEC6C934F}" dt="2025-07-02T01:17:44.657" v="71"/>
        <pc:sldMasterMkLst>
          <pc:docMk/>
          <pc:sldMasterMk cId="2870494691" sldId="2147483689"/>
        </pc:sldMasterMkLst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516471210" sldId="2147483649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1472659886" sldId="2147483650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1597657563" sldId="2147483651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2367481703" sldId="2147483652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3365079785" sldId="2147483653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914917306" sldId="2147483654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1660467006" sldId="2147483655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3853477895" sldId="2147483656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1602598419" sldId="2147483657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3070576019" sldId="2147483658"/>
          </pc:sldLayoutMkLst>
        </pc:sldLayoutChg>
        <pc:sldLayoutChg chg="mod">
          <pc:chgData name="LEEJIWON" userId="S::24511401@hansung.edu::395016e7-fa8d-4094-9a1a-d675cd884d58" providerId="AD" clId="Web-{9A9F3792-F4A0-236F-8CF9-5DACEC6C934F}" dt="2025-07-02T01:17:44.657" v="71"/>
          <pc:sldLayoutMkLst>
            <pc:docMk/>
            <pc:sldMasterMk cId="2870494691" sldId="2147483689"/>
            <pc:sldLayoutMk cId="3820114824" sldId="2147483659"/>
          </pc:sldLayoutMkLst>
        </pc:sldLayoutChg>
      </pc:sldMasterChg>
    </pc:docChg>
  </pc:docChgLst>
  <pc:docChgLst>
    <pc:chgData name="LEEJIWON" userId="S::24511401@hansung.edu::395016e7-fa8d-4094-9a1a-d675cd884d58" providerId="AD" clId="Web-{376F25EC-4087-85BE-E406-7B50FB197DF6}"/>
    <pc:docChg chg="modSld">
      <pc:chgData name="LEEJIWON" userId="S::24511401@hansung.edu::395016e7-fa8d-4094-9a1a-d675cd884d58" providerId="AD" clId="Web-{376F25EC-4087-85BE-E406-7B50FB197DF6}" dt="2025-07-07T05:15:51.713" v="141"/>
      <pc:docMkLst>
        <pc:docMk/>
      </pc:docMkLst>
      <pc:sldChg chg="modSp">
        <pc:chgData name="LEEJIWON" userId="S::24511401@hansung.edu::395016e7-fa8d-4094-9a1a-d675cd884d58" providerId="AD" clId="Web-{376F25EC-4087-85BE-E406-7B50FB197DF6}" dt="2025-07-07T03:18:30.544" v="6" actId="20577"/>
        <pc:sldMkLst>
          <pc:docMk/>
          <pc:sldMk cId="1622630053" sldId="266"/>
        </pc:sldMkLst>
        <pc:spChg chg="mod">
          <ac:chgData name="LEEJIWON" userId="S::24511401@hansung.edu::395016e7-fa8d-4094-9a1a-d675cd884d58" providerId="AD" clId="Web-{376F25EC-4087-85BE-E406-7B50FB197DF6}" dt="2025-07-07T03:18:30.544" v="6" actId="20577"/>
          <ac:spMkLst>
            <pc:docMk/>
            <pc:sldMk cId="1622630053" sldId="266"/>
            <ac:spMk id="4" creationId="{5E85A851-E1D9-AB1A-C3A8-9069A65BE84B}"/>
          </ac:spMkLst>
        </pc:spChg>
      </pc:sldChg>
      <pc:sldChg chg="modSp">
        <pc:chgData name="LEEJIWON" userId="S::24511401@hansung.edu::395016e7-fa8d-4094-9a1a-d675cd884d58" providerId="AD" clId="Web-{376F25EC-4087-85BE-E406-7B50FB197DF6}" dt="2025-07-07T03:18:54.108" v="12" actId="20577"/>
        <pc:sldMkLst>
          <pc:docMk/>
          <pc:sldMk cId="1114226841" sldId="268"/>
        </pc:sldMkLst>
        <pc:spChg chg="mod">
          <ac:chgData name="LEEJIWON" userId="S::24511401@hansung.edu::395016e7-fa8d-4094-9a1a-d675cd884d58" providerId="AD" clId="Web-{376F25EC-4087-85BE-E406-7B50FB197DF6}" dt="2025-07-07T03:18:54.108" v="12" actId="20577"/>
          <ac:spMkLst>
            <pc:docMk/>
            <pc:sldMk cId="1114226841" sldId="268"/>
            <ac:spMk id="4" creationId="{E9072CE1-4019-5ADF-0BA1-662BA0A5BF42}"/>
          </ac:spMkLst>
        </pc:spChg>
      </pc:sldChg>
      <pc:sldChg chg="modSp">
        <pc:chgData name="LEEJIWON" userId="S::24511401@hansung.edu::395016e7-fa8d-4094-9a1a-d675cd884d58" providerId="AD" clId="Web-{376F25EC-4087-85BE-E406-7B50FB197DF6}" dt="2025-07-07T05:07:47.773" v="95" actId="20577"/>
        <pc:sldMkLst>
          <pc:docMk/>
          <pc:sldMk cId="1777901516" sldId="270"/>
        </pc:sldMkLst>
        <pc:spChg chg="mod">
          <ac:chgData name="LEEJIWON" userId="S::24511401@hansung.edu::395016e7-fa8d-4094-9a1a-d675cd884d58" providerId="AD" clId="Web-{376F25EC-4087-85BE-E406-7B50FB197DF6}" dt="2025-07-07T05:07:47.773" v="95" actId="20577"/>
          <ac:spMkLst>
            <pc:docMk/>
            <pc:sldMk cId="1777901516" sldId="270"/>
            <ac:spMk id="4" creationId="{EAFDBD81-DF32-BAD3-34FF-DCF8E20A1D46}"/>
          </ac:spMkLst>
        </pc:spChg>
      </pc:sldChg>
      <pc:sldChg chg="modNotes">
        <pc:chgData name="LEEJIWON" userId="S::24511401@hansung.edu::395016e7-fa8d-4094-9a1a-d675cd884d58" providerId="AD" clId="Web-{376F25EC-4087-85BE-E406-7B50FB197DF6}" dt="2025-07-07T03:27:50.255" v="18"/>
        <pc:sldMkLst>
          <pc:docMk/>
          <pc:sldMk cId="503193100" sldId="272"/>
        </pc:sldMkLst>
      </pc:sldChg>
      <pc:sldChg chg="modSp">
        <pc:chgData name="LEEJIWON" userId="S::24511401@hansung.edu::395016e7-fa8d-4094-9a1a-d675cd884d58" providerId="AD" clId="Web-{376F25EC-4087-85BE-E406-7B50FB197DF6}" dt="2025-07-07T05:07:59.898" v="104" actId="20577"/>
        <pc:sldMkLst>
          <pc:docMk/>
          <pc:sldMk cId="1501377789" sldId="275"/>
        </pc:sldMkLst>
        <pc:spChg chg="mod">
          <ac:chgData name="LEEJIWON" userId="S::24511401@hansung.edu::395016e7-fa8d-4094-9a1a-d675cd884d58" providerId="AD" clId="Web-{376F25EC-4087-85BE-E406-7B50FB197DF6}" dt="2025-07-07T05:07:59.898" v="104" actId="20577"/>
          <ac:spMkLst>
            <pc:docMk/>
            <pc:sldMk cId="1501377789" sldId="275"/>
            <ac:spMk id="4" creationId="{0A5F3115-8FE6-159B-AE21-F3E7225DE7E6}"/>
          </ac:spMkLst>
        </pc:spChg>
      </pc:sldChg>
      <pc:sldChg chg="modNotes">
        <pc:chgData name="LEEJIWON" userId="S::24511401@hansung.edu::395016e7-fa8d-4094-9a1a-d675cd884d58" providerId="AD" clId="Web-{376F25EC-4087-85BE-E406-7B50FB197DF6}" dt="2025-07-07T03:51:31.371" v="21"/>
        <pc:sldMkLst>
          <pc:docMk/>
          <pc:sldMk cId="1394962320" sldId="277"/>
        </pc:sldMkLst>
      </pc:sldChg>
      <pc:sldChg chg="modSp">
        <pc:chgData name="LEEJIWON" userId="S::24511401@hansung.edu::395016e7-fa8d-4094-9a1a-d675cd884d58" providerId="AD" clId="Web-{376F25EC-4087-85BE-E406-7B50FB197DF6}" dt="2025-07-07T05:06:49.065" v="81" actId="20577"/>
        <pc:sldMkLst>
          <pc:docMk/>
          <pc:sldMk cId="2375226373" sldId="281"/>
        </pc:sldMkLst>
        <pc:spChg chg="mod">
          <ac:chgData name="LEEJIWON" userId="S::24511401@hansung.edu::395016e7-fa8d-4094-9a1a-d675cd884d58" providerId="AD" clId="Web-{376F25EC-4087-85BE-E406-7B50FB197DF6}" dt="2025-07-07T05:06:49.065" v="81" actId="20577"/>
          <ac:spMkLst>
            <pc:docMk/>
            <pc:sldMk cId="2375226373" sldId="281"/>
            <ac:spMk id="4" creationId="{3C20F1C4-2A7F-734B-6E2E-6892AAB2DC01}"/>
          </ac:spMkLst>
        </pc:spChg>
      </pc:sldChg>
      <pc:sldChg chg="modNotes">
        <pc:chgData name="LEEJIWON" userId="S::24511401@hansung.edu::395016e7-fa8d-4094-9a1a-d675cd884d58" providerId="AD" clId="Web-{376F25EC-4087-85BE-E406-7B50FB197DF6}" dt="2025-07-07T03:59:28.249" v="35"/>
        <pc:sldMkLst>
          <pc:docMk/>
          <pc:sldMk cId="3797799592" sldId="282"/>
        </pc:sldMkLst>
      </pc:sldChg>
      <pc:sldChg chg="modSp modNotes">
        <pc:chgData name="LEEJIWON" userId="S::24511401@hansung.edu::395016e7-fa8d-4094-9a1a-d675cd884d58" providerId="AD" clId="Web-{376F25EC-4087-85BE-E406-7B50FB197DF6}" dt="2025-07-07T05:07:00.988" v="83" actId="20577"/>
        <pc:sldMkLst>
          <pc:docMk/>
          <pc:sldMk cId="3822476660" sldId="284"/>
        </pc:sldMkLst>
        <pc:spChg chg="mod">
          <ac:chgData name="LEEJIWON" userId="S::24511401@hansung.edu::395016e7-fa8d-4094-9a1a-d675cd884d58" providerId="AD" clId="Web-{376F25EC-4087-85BE-E406-7B50FB197DF6}" dt="2025-07-07T05:07:00.988" v="83" actId="20577"/>
          <ac:spMkLst>
            <pc:docMk/>
            <pc:sldMk cId="3822476660" sldId="284"/>
            <ac:spMk id="4" creationId="{95985628-2613-7ADE-F1C1-048F251B7EDA}"/>
          </ac:spMkLst>
        </pc:spChg>
      </pc:sldChg>
      <pc:sldChg chg="modNotes">
        <pc:chgData name="LEEJIWON" userId="S::24511401@hansung.edu::395016e7-fa8d-4094-9a1a-d675cd884d58" providerId="AD" clId="Web-{376F25EC-4087-85BE-E406-7B50FB197DF6}" dt="2025-07-07T04:31:00.257" v="69"/>
        <pc:sldMkLst>
          <pc:docMk/>
          <pc:sldMk cId="1776537159" sldId="285"/>
        </pc:sldMkLst>
      </pc:sldChg>
      <pc:sldChg chg="modNotes">
        <pc:chgData name="LEEJIWON" userId="S::24511401@hansung.edu::395016e7-fa8d-4094-9a1a-d675cd884d58" providerId="AD" clId="Web-{376F25EC-4087-85BE-E406-7B50FB197DF6}" dt="2025-07-07T05:14:16.800" v="130"/>
        <pc:sldMkLst>
          <pc:docMk/>
          <pc:sldMk cId="261662966" sldId="286"/>
        </pc:sldMkLst>
      </pc:sldChg>
      <pc:sldChg chg="modSp modNotes">
        <pc:chgData name="LEEJIWON" userId="S::24511401@hansung.edu::395016e7-fa8d-4094-9a1a-d675cd884d58" providerId="AD" clId="Web-{376F25EC-4087-85BE-E406-7B50FB197DF6}" dt="2025-07-07T05:15:51.713" v="141"/>
        <pc:sldMkLst>
          <pc:docMk/>
          <pc:sldMk cId="1478485762" sldId="287"/>
        </pc:sldMkLst>
        <pc:spChg chg="mod">
          <ac:chgData name="LEEJIWON" userId="S::24511401@hansung.edu::395016e7-fa8d-4094-9a1a-d675cd884d58" providerId="AD" clId="Web-{376F25EC-4087-85BE-E406-7B50FB197DF6}" dt="2025-07-07T05:00:12.694" v="79" actId="20577"/>
          <ac:spMkLst>
            <pc:docMk/>
            <pc:sldMk cId="1478485762" sldId="287"/>
            <ac:spMk id="4" creationId="{6EA22B2C-4ACC-B031-A7DE-14F7C4BE1DC3}"/>
          </ac:spMkLst>
        </pc:spChg>
      </pc:sldChg>
    </pc:docChg>
  </pc:docChgLst>
  <pc:docChgLst>
    <pc:chgData name="LEEJIWON" userId="S::24511401@hansung.edu::395016e7-fa8d-4094-9a1a-d675cd884d58" providerId="AD" clId="Web-{46E3CB7D-384A-A22C-0323-241E280CC759}"/>
    <pc:docChg chg="modSld">
      <pc:chgData name="LEEJIWON" userId="S::24511401@hansung.edu::395016e7-fa8d-4094-9a1a-d675cd884d58" providerId="AD" clId="Web-{46E3CB7D-384A-A22C-0323-241E280CC759}" dt="2025-07-03T23:05:57.641" v="69"/>
      <pc:docMkLst>
        <pc:docMk/>
      </pc:docMkLst>
      <pc:sldChg chg="modNotes">
        <pc:chgData name="LEEJIWON" userId="S::24511401@hansung.edu::395016e7-fa8d-4094-9a1a-d675cd884d58" providerId="AD" clId="Web-{46E3CB7D-384A-A22C-0323-241E280CC759}" dt="2025-07-03T23:04:52.777" v="40"/>
        <pc:sldMkLst>
          <pc:docMk/>
          <pc:sldMk cId="3797799592" sldId="282"/>
        </pc:sldMkLst>
      </pc:sldChg>
      <pc:sldChg chg="modNotes">
        <pc:chgData name="LEEJIWON" userId="S::24511401@hansung.edu::395016e7-fa8d-4094-9a1a-d675cd884d58" providerId="AD" clId="Web-{46E3CB7D-384A-A22C-0323-241E280CC759}" dt="2025-07-03T23:05:57.641" v="69"/>
        <pc:sldMkLst>
          <pc:docMk/>
          <pc:sldMk cId="3275047949" sldId="283"/>
        </pc:sldMkLst>
      </pc:sldChg>
    </pc:docChg>
  </pc:docChgLst>
  <pc:docChgLst>
    <pc:chgData name="LEEJIWON" userId="S::24511401@hansung.edu::395016e7-fa8d-4094-9a1a-d675cd884d58" providerId="AD" clId="Web-{C934CD8A-87EA-A938-DC40-A74B02F463CC}"/>
    <pc:docChg chg="addSld delSld modSld sldOrd">
      <pc:chgData name="LEEJIWON" userId="S::24511401@hansung.edu::395016e7-fa8d-4094-9a1a-d675cd884d58" providerId="AD" clId="Web-{C934CD8A-87EA-A938-DC40-A74B02F463CC}" dt="2025-07-01T11:14:42.903" v="3545"/>
      <pc:docMkLst>
        <pc:docMk/>
      </pc:docMkLst>
      <pc:sldChg chg="addSp delSp modSp del mod setBg modShow">
        <pc:chgData name="LEEJIWON" userId="S::24511401@hansung.edu::395016e7-fa8d-4094-9a1a-d675cd884d58" providerId="AD" clId="Web-{C934CD8A-87EA-A938-DC40-A74B02F463CC}" dt="2025-07-01T11:13:38.818" v="3540"/>
        <pc:sldMkLst>
          <pc:docMk/>
          <pc:sldMk cId="922031682" sldId="256"/>
        </pc:sldMkLst>
      </pc:sldChg>
      <pc:sldChg chg="del mod modShow">
        <pc:chgData name="LEEJIWON" userId="S::24511401@hansung.edu::395016e7-fa8d-4094-9a1a-d675cd884d58" providerId="AD" clId="Web-{C934CD8A-87EA-A938-DC40-A74B02F463CC}" dt="2025-07-01T11:13:38.802" v="3539"/>
        <pc:sldMkLst>
          <pc:docMk/>
          <pc:sldMk cId="0" sldId="257"/>
        </pc:sldMkLst>
      </pc:sldChg>
      <pc:sldChg chg="del mod modShow">
        <pc:chgData name="LEEJIWON" userId="S::24511401@hansung.edu::395016e7-fa8d-4094-9a1a-d675cd884d58" providerId="AD" clId="Web-{C934CD8A-87EA-A938-DC40-A74B02F463CC}" dt="2025-07-01T11:13:38.802" v="3538"/>
        <pc:sldMkLst>
          <pc:docMk/>
          <pc:sldMk cId="0" sldId="258"/>
        </pc:sldMkLst>
      </pc:sldChg>
      <pc:sldChg chg="addSp delSp modSp del mod ord setBg modShow">
        <pc:chgData name="LEEJIWON" userId="S::24511401@hansung.edu::395016e7-fa8d-4094-9a1a-d675cd884d58" providerId="AD" clId="Web-{C934CD8A-87EA-A938-DC40-A74B02F463CC}" dt="2025-07-01T11:13:38.802" v="3537"/>
        <pc:sldMkLst>
          <pc:docMk/>
          <pc:sldMk cId="0" sldId="259"/>
        </pc:sldMkLst>
      </pc:sldChg>
      <pc:sldChg chg="del mod modShow">
        <pc:chgData name="LEEJIWON" userId="S::24511401@hansung.edu::395016e7-fa8d-4094-9a1a-d675cd884d58" providerId="AD" clId="Web-{C934CD8A-87EA-A938-DC40-A74B02F463CC}" dt="2025-07-01T11:13:38.802" v="3536"/>
        <pc:sldMkLst>
          <pc:docMk/>
          <pc:sldMk cId="0" sldId="260"/>
        </pc:sldMkLst>
      </pc:sldChg>
      <pc:sldChg chg="del mod modShow">
        <pc:chgData name="LEEJIWON" userId="S::24511401@hansung.edu::395016e7-fa8d-4094-9a1a-d675cd884d58" providerId="AD" clId="Web-{C934CD8A-87EA-A938-DC40-A74B02F463CC}" dt="2025-07-01T11:13:38.802" v="3535"/>
        <pc:sldMkLst>
          <pc:docMk/>
          <pc:sldMk cId="0" sldId="261"/>
        </pc:sldMkLst>
      </pc:sldChg>
      <pc:sldChg chg="add del replId">
        <pc:chgData name="LEEJIWON" userId="S::24511401@hansung.edu::395016e7-fa8d-4094-9a1a-d675cd884d58" providerId="AD" clId="Web-{C934CD8A-87EA-A938-DC40-A74B02F463CC}" dt="2025-07-01T02:16:44.076" v="5"/>
        <pc:sldMkLst>
          <pc:docMk/>
          <pc:sldMk cId="422545442" sldId="262"/>
        </pc:sldMkLst>
      </pc:sldChg>
      <pc:sldChg chg="addSp delSp modSp add mod ord replId setBg modNotes">
        <pc:chgData name="LEEJIWON" userId="S::24511401@hansung.edu::395016e7-fa8d-4094-9a1a-d675cd884d58" providerId="AD" clId="Web-{C934CD8A-87EA-A938-DC40-A74B02F463CC}" dt="2025-07-01T10:43:42.122" v="2906"/>
        <pc:sldMkLst>
          <pc:docMk/>
          <pc:sldMk cId="1899537033" sldId="262"/>
        </pc:sldMkLst>
        <pc:spChg chg="add mod topLvl">
          <ac:chgData name="LEEJIWON" userId="S::24511401@hansung.edu::395016e7-fa8d-4094-9a1a-d675cd884d58" providerId="AD" clId="Web-{C934CD8A-87EA-A938-DC40-A74B02F463CC}" dt="2025-07-01T02:43:50.647" v="179"/>
          <ac:spMkLst>
            <pc:docMk/>
            <pc:sldMk cId="1899537033" sldId="262"/>
            <ac:spMk id="3" creationId="{6C518FE6-D0EB-D45D-E67C-0C10964F4994}"/>
          </ac:spMkLst>
        </pc:spChg>
        <pc:spChg chg="add mod topLvl">
          <ac:chgData name="LEEJIWON" userId="S::24511401@hansung.edu::395016e7-fa8d-4094-9a1a-d675cd884d58" providerId="AD" clId="Web-{C934CD8A-87EA-A938-DC40-A74B02F463CC}" dt="2025-07-01T02:43:50.647" v="180"/>
          <ac:spMkLst>
            <pc:docMk/>
            <pc:sldMk cId="1899537033" sldId="262"/>
            <ac:spMk id="4" creationId="{F31960A4-AC47-47D5-93D7-3A7545E7E0B2}"/>
          </ac:spMkLst>
        </pc:spChg>
        <pc:spChg chg="add mod topLvl">
          <ac:chgData name="LEEJIWON" userId="S::24511401@hansung.edu::395016e7-fa8d-4094-9a1a-d675cd884d58" providerId="AD" clId="Web-{C934CD8A-87EA-A938-DC40-A74B02F463CC}" dt="2025-07-01T02:43:50.678" v="181"/>
          <ac:spMkLst>
            <pc:docMk/>
            <pc:sldMk cId="1899537033" sldId="262"/>
            <ac:spMk id="5" creationId="{92EA5444-A939-369F-1C71-6E01A4D5E745}"/>
          </ac:spMkLst>
        </pc:spChg>
        <pc:picChg chg="add mod topLvl">
          <ac:chgData name="LEEJIWON" userId="S::24511401@hansung.edu::395016e7-fa8d-4094-9a1a-d675cd884d58" providerId="AD" clId="Web-{C934CD8A-87EA-A938-DC40-A74B02F463CC}" dt="2025-07-01T02:41:42.080" v="154"/>
          <ac:picMkLst>
            <pc:docMk/>
            <pc:sldMk cId="1899537033" sldId="262"/>
            <ac:picMk id="8" creationId="{13B7E1E3-EF7D-E037-B164-D18A472ADA6E}"/>
          </ac:picMkLst>
        </pc:picChg>
      </pc:sldChg>
      <pc:sldChg chg="addSp delSp modSp add mod replId setBg modShow modNotes">
        <pc:chgData name="LEEJIWON" userId="S::24511401@hansung.edu::395016e7-fa8d-4094-9a1a-d675cd884d58" providerId="AD" clId="Web-{C934CD8A-87EA-A938-DC40-A74B02F463CC}" dt="2025-07-01T10:43:38.184" v="2904"/>
        <pc:sldMkLst>
          <pc:docMk/>
          <pc:sldMk cId="424543376" sldId="263"/>
        </pc:sldMkLst>
        <pc:spChg chg="mod topLvl">
          <ac:chgData name="LEEJIWON" userId="S::24511401@hansung.edu::395016e7-fa8d-4094-9a1a-d675cd884d58" providerId="AD" clId="Web-{C934CD8A-87EA-A938-DC40-A74B02F463CC}" dt="2025-07-01T02:49:37.752" v="305" actId="20577"/>
          <ac:spMkLst>
            <pc:docMk/>
            <pc:sldMk cId="424543376" sldId="263"/>
            <ac:spMk id="3" creationId="{2526DC06-8C9B-211E-CFF7-7AD701FD7FB8}"/>
          </ac:spMkLst>
        </pc:spChg>
      </pc:sldChg>
      <pc:sldChg chg="addSp delSp modSp add del mod replId modShow modNotes">
        <pc:chgData name="LEEJIWON" userId="S::24511401@hansung.edu::395016e7-fa8d-4094-9a1a-d675cd884d58" providerId="AD" clId="Web-{C934CD8A-87EA-A938-DC40-A74B02F463CC}" dt="2025-07-01T11:14:42.903" v="3545"/>
        <pc:sldMkLst>
          <pc:docMk/>
          <pc:sldMk cId="1536291701" sldId="264"/>
        </pc:sldMkLst>
      </pc:sldChg>
      <pc:sldChg chg="addSp delSp modSp add replId modNotes">
        <pc:chgData name="LEEJIWON" userId="S::24511401@hansung.edu::395016e7-fa8d-4094-9a1a-d675cd884d58" providerId="AD" clId="Web-{C934CD8A-87EA-A938-DC40-A74B02F463CC}" dt="2025-07-01T11:14:40.716" v="3544"/>
        <pc:sldMkLst>
          <pc:docMk/>
          <pc:sldMk cId="1009917358" sldId="265"/>
        </pc:sldMkLst>
        <pc:spChg chg="mod">
          <ac:chgData name="LEEJIWON" userId="S::24511401@hansung.edu::395016e7-fa8d-4094-9a1a-d675cd884d58" providerId="AD" clId="Web-{C934CD8A-87EA-A938-DC40-A74B02F463CC}" dt="2025-07-01T04:01:50.807" v="589" actId="20577"/>
          <ac:spMkLst>
            <pc:docMk/>
            <pc:sldMk cId="1009917358" sldId="265"/>
            <ac:spMk id="4" creationId="{D090F575-8060-C774-8CA7-D6A55AA18DCA}"/>
          </ac:spMkLst>
        </pc:spChg>
        <pc:spChg chg="add mod">
          <ac:chgData name="LEEJIWON" userId="S::24511401@hansung.edu::395016e7-fa8d-4094-9a1a-d675cd884d58" providerId="AD" clId="Web-{C934CD8A-87EA-A938-DC40-A74B02F463CC}" dt="2025-07-01T06:18:15.107" v="1056" actId="20577"/>
          <ac:spMkLst>
            <pc:docMk/>
            <pc:sldMk cId="1009917358" sldId="265"/>
            <ac:spMk id="13" creationId="{C239E8DD-8A32-8A8F-F953-6DA0A04DC42D}"/>
          </ac:spMkLst>
        </pc:spChg>
        <pc:picChg chg="add del mod">
          <ac:chgData name="LEEJIWON" userId="S::24511401@hansung.edu::395016e7-fa8d-4094-9a1a-d675cd884d58" providerId="AD" clId="Web-{C934CD8A-87EA-A938-DC40-A74B02F463CC}" dt="2025-07-01T04:06:09.005" v="643" actId="14100"/>
          <ac:picMkLst>
            <pc:docMk/>
            <pc:sldMk cId="1009917358" sldId="265"/>
            <ac:picMk id="8" creationId="{016212BA-10F1-1962-6C26-CAFF5ED61DFA}"/>
          </ac:picMkLst>
        </pc:picChg>
      </pc:sldChg>
      <pc:sldChg chg="addSp delSp modSp add replId modNotes">
        <pc:chgData name="LEEJIWON" userId="S::24511401@hansung.edu::395016e7-fa8d-4094-9a1a-d675cd884d58" providerId="AD" clId="Web-{C934CD8A-87EA-A938-DC40-A74B02F463CC}" dt="2025-07-01T10:43:22.746" v="2895"/>
        <pc:sldMkLst>
          <pc:docMk/>
          <pc:sldMk cId="1622630053" sldId="266"/>
        </pc:sldMkLst>
        <pc:spChg chg="mod">
          <ac:chgData name="LEEJIWON" userId="S::24511401@hansung.edu::395016e7-fa8d-4094-9a1a-d675cd884d58" providerId="AD" clId="Web-{C934CD8A-87EA-A938-DC40-A74B02F463CC}" dt="2025-07-01T06:16:31.287" v="1046" actId="20577"/>
          <ac:spMkLst>
            <pc:docMk/>
            <pc:sldMk cId="1622630053" sldId="266"/>
            <ac:spMk id="4" creationId="{5E85A851-E1D9-AB1A-C3A8-9069A65BE84B}"/>
          </ac:spMkLst>
        </pc:spChg>
        <pc:spChg chg="add mod">
          <ac:chgData name="LEEJIWON" userId="S::24511401@hansung.edu::395016e7-fa8d-4094-9a1a-d675cd884d58" providerId="AD" clId="Web-{C934CD8A-87EA-A938-DC40-A74B02F463CC}" dt="2025-07-01T06:27:38.644" v="1194"/>
          <ac:spMkLst>
            <pc:docMk/>
            <pc:sldMk cId="1622630053" sldId="266"/>
            <ac:spMk id="8" creationId="{9DCBC7CF-B4BD-B4EC-8ABB-B430FFEC5202}"/>
          </ac:spMkLst>
        </pc:spChg>
        <pc:spChg chg="add mod">
          <ac:chgData name="LEEJIWON" userId="S::24511401@hansung.edu::395016e7-fa8d-4094-9a1a-d675cd884d58" providerId="AD" clId="Web-{C934CD8A-87EA-A938-DC40-A74B02F463CC}" dt="2025-07-01T06:27:38.644" v="1195"/>
          <ac:spMkLst>
            <pc:docMk/>
            <pc:sldMk cId="1622630053" sldId="266"/>
            <ac:spMk id="9" creationId="{AC9C4BE7-5765-C4DB-681B-C7A114729BB0}"/>
          </ac:spMkLst>
        </pc:spChg>
        <pc:spChg chg="add mod">
          <ac:chgData name="LEEJIWON" userId="S::24511401@hansung.edu::395016e7-fa8d-4094-9a1a-d675cd884d58" providerId="AD" clId="Web-{C934CD8A-87EA-A938-DC40-A74B02F463CC}" dt="2025-07-01T06:27:38.675" v="1196"/>
          <ac:spMkLst>
            <pc:docMk/>
            <pc:sldMk cId="1622630053" sldId="266"/>
            <ac:spMk id="13" creationId="{B40D0735-F26B-42F9-3DB7-07FCD528242B}"/>
          </ac:spMkLst>
        </pc:spChg>
        <pc:spChg chg="add mod">
          <ac:chgData name="LEEJIWON" userId="S::24511401@hansung.edu::395016e7-fa8d-4094-9a1a-d675cd884d58" providerId="AD" clId="Web-{C934CD8A-87EA-A938-DC40-A74B02F463CC}" dt="2025-07-01T04:13:41.570" v="740" actId="1076"/>
          <ac:spMkLst>
            <pc:docMk/>
            <pc:sldMk cId="1622630053" sldId="266"/>
            <ac:spMk id="15" creationId="{C5840C4D-2959-9796-2A4D-491708369C14}"/>
          </ac:spMkLst>
        </pc:spChg>
        <pc:spChg chg="add mod">
          <ac:chgData name="LEEJIWON" userId="S::24511401@hansung.edu::395016e7-fa8d-4094-9a1a-d675cd884d58" providerId="AD" clId="Web-{C934CD8A-87EA-A938-DC40-A74B02F463CC}" dt="2025-07-01T04:13:46.664" v="742" actId="1076"/>
          <ac:spMkLst>
            <pc:docMk/>
            <pc:sldMk cId="1622630053" sldId="266"/>
            <ac:spMk id="16" creationId="{E70D641C-E1C1-C59D-700D-92AA916D7EF5}"/>
          </ac:spMkLst>
        </pc:spChg>
      </pc:sldChg>
      <pc:sldChg chg="addSp delSp modSp add mod replId setBg modShow">
        <pc:chgData name="LEEJIWON" userId="S::24511401@hansung.edu::395016e7-fa8d-4094-9a1a-d675cd884d58" providerId="AD" clId="Web-{C934CD8A-87EA-A938-DC40-A74B02F463CC}" dt="2025-07-01T04:38:58.214" v="856"/>
        <pc:sldMkLst>
          <pc:docMk/>
          <pc:sldMk cId="1053784451" sldId="267"/>
        </pc:sldMkLst>
        <pc:spChg chg="add mod">
          <ac:chgData name="LEEJIWON" userId="S::24511401@hansung.edu::395016e7-fa8d-4094-9a1a-d675cd884d58" providerId="AD" clId="Web-{C934CD8A-87EA-A938-DC40-A74B02F463CC}" dt="2025-07-01T04:34:40.353" v="805" actId="14100"/>
          <ac:spMkLst>
            <pc:docMk/>
            <pc:sldMk cId="1053784451" sldId="267"/>
            <ac:spMk id="10" creationId="{144A31E9-6540-9ECD-06F5-CC71FDC82CFD}"/>
          </ac:spMkLst>
        </pc:spChg>
        <pc:spChg chg="add mod">
          <ac:chgData name="LEEJIWON" userId="S::24511401@hansung.edu::395016e7-fa8d-4094-9a1a-d675cd884d58" providerId="AD" clId="Web-{C934CD8A-87EA-A938-DC40-A74B02F463CC}" dt="2025-07-01T04:38:40.009" v="847" actId="1076"/>
          <ac:spMkLst>
            <pc:docMk/>
            <pc:sldMk cId="1053784451" sldId="267"/>
            <ac:spMk id="14" creationId="{EF10F7A1-E163-6971-2198-C6BA64FFE6AB}"/>
          </ac:spMkLst>
        </pc:spChg>
        <pc:spChg chg="add mod">
          <ac:chgData name="LEEJIWON" userId="S::24511401@hansung.edu::395016e7-fa8d-4094-9a1a-d675cd884d58" providerId="AD" clId="Web-{C934CD8A-87EA-A938-DC40-A74B02F463CC}" dt="2025-07-01T04:38:54.088" v="855" actId="20577"/>
          <ac:spMkLst>
            <pc:docMk/>
            <pc:sldMk cId="1053784451" sldId="267"/>
            <ac:spMk id="18" creationId="{12C6565C-F5A0-98D5-2241-F1174B139436}"/>
          </ac:spMkLst>
        </pc:spChg>
        <pc:picChg chg="mod">
          <ac:chgData name="LEEJIWON" userId="S::24511401@hansung.edu::395016e7-fa8d-4094-9a1a-d675cd884d58" providerId="AD" clId="Web-{C934CD8A-87EA-A938-DC40-A74B02F463CC}" dt="2025-07-01T04:33:08.097" v="779" actId="1076"/>
          <ac:picMkLst>
            <pc:docMk/>
            <pc:sldMk cId="1053784451" sldId="267"/>
            <ac:picMk id="3" creationId="{8DCF3C09-0ECA-D0A7-2A27-5ADB8A1D444A}"/>
          </ac:picMkLst>
        </pc:picChg>
      </pc:sldChg>
      <pc:sldChg chg="add del replId">
        <pc:chgData name="LEEJIWON" userId="S::24511401@hansung.edu::395016e7-fa8d-4094-9a1a-d675cd884d58" providerId="AD" clId="Web-{C934CD8A-87EA-A938-DC40-A74B02F463CC}" dt="2025-07-01T04:32:24.954" v="770"/>
        <pc:sldMkLst>
          <pc:docMk/>
          <pc:sldMk cId="2583024528" sldId="267"/>
        </pc:sldMkLst>
      </pc:sldChg>
      <pc:sldChg chg="addSp delSp modSp add del replId">
        <pc:chgData name="LEEJIWON" userId="S::24511401@hansung.edu::395016e7-fa8d-4094-9a1a-d675cd884d58" providerId="AD" clId="Web-{C934CD8A-87EA-A938-DC40-A74B02F463CC}" dt="2025-07-01T04:32:02.905" v="766"/>
        <pc:sldMkLst>
          <pc:docMk/>
          <pc:sldMk cId="3791422473" sldId="267"/>
        </pc:sldMkLst>
      </pc:sldChg>
      <pc:sldChg chg="addSp delSp modSp add replId modNotes">
        <pc:chgData name="LEEJIWON" userId="S::24511401@hansung.edu::395016e7-fa8d-4094-9a1a-d675cd884d58" providerId="AD" clId="Web-{C934CD8A-87EA-A938-DC40-A74B02F463CC}" dt="2025-07-01T10:43:19.980" v="2893"/>
        <pc:sldMkLst>
          <pc:docMk/>
          <pc:sldMk cId="1114226841" sldId="268"/>
        </pc:sldMkLst>
      </pc:sldChg>
      <pc:sldChg chg="addSp delSp modSp add del mod replId modShow modNotes">
        <pc:chgData name="LEEJIWON" userId="S::24511401@hansung.edu::395016e7-fa8d-4094-9a1a-d675cd884d58" providerId="AD" clId="Web-{C934CD8A-87EA-A938-DC40-A74B02F463CC}" dt="2025-07-01T10:43:14.574" v="2889"/>
        <pc:sldMkLst>
          <pc:docMk/>
          <pc:sldMk cId="940034674" sldId="269"/>
        </pc:sldMkLst>
      </pc:sldChg>
      <pc:sldChg chg="add del replId">
        <pc:chgData name="LEEJIWON" userId="S::24511401@hansung.edu::395016e7-fa8d-4094-9a1a-d675cd884d58" providerId="AD" clId="Web-{C934CD8A-87EA-A938-DC40-A74B02F463CC}" dt="2025-07-01T06:18:21.451" v="1057"/>
        <pc:sldMkLst>
          <pc:docMk/>
          <pc:sldMk cId="3885684940" sldId="269"/>
        </pc:sldMkLst>
      </pc:sldChg>
      <pc:sldChg chg="addSp delSp modSp add del replId modNotes">
        <pc:chgData name="LEEJIWON" userId="S::24511401@hansung.edu::395016e7-fa8d-4094-9a1a-d675cd884d58" providerId="AD" clId="Web-{C934CD8A-87EA-A938-DC40-A74B02F463CC}" dt="2025-07-01T10:47:51.805" v="2932"/>
        <pc:sldMkLst>
          <pc:docMk/>
          <pc:sldMk cId="1777901516" sldId="270"/>
        </pc:sldMkLst>
        <pc:spChg chg="mod">
          <ac:chgData name="LEEJIWON" userId="S::24511401@hansung.edu::395016e7-fa8d-4094-9a1a-d675cd884d58" providerId="AD" clId="Web-{C934CD8A-87EA-A938-DC40-A74B02F463CC}" dt="2025-07-01T06:28:58.509" v="1207" actId="20577"/>
          <ac:spMkLst>
            <pc:docMk/>
            <pc:sldMk cId="1777901516" sldId="270"/>
            <ac:spMk id="3" creationId="{9D6FD5D9-13EC-77FF-DB51-03E16223DF69}"/>
          </ac:spMkLst>
        </pc:spChg>
        <pc:spChg chg="mod">
          <ac:chgData name="LEEJIWON" userId="S::24511401@hansung.edu::395016e7-fa8d-4094-9a1a-d675cd884d58" providerId="AD" clId="Web-{C934CD8A-87EA-A938-DC40-A74B02F463CC}" dt="2025-07-01T08:40:20.243" v="1493" actId="20577"/>
          <ac:spMkLst>
            <pc:docMk/>
            <pc:sldMk cId="1777901516" sldId="270"/>
            <ac:spMk id="4" creationId="{EAFDBD81-DF32-BAD3-34FF-DCF8E20A1D46}"/>
          </ac:spMkLst>
        </pc:spChg>
        <pc:spChg chg="add mod topLvl">
          <ac:chgData name="LEEJIWON" userId="S::24511401@hansung.edu::395016e7-fa8d-4094-9a1a-d675cd884d58" providerId="AD" clId="Web-{C934CD8A-87EA-A938-DC40-A74B02F463CC}" dt="2025-07-01T08:46:37.322" v="1525"/>
          <ac:spMkLst>
            <pc:docMk/>
            <pc:sldMk cId="1777901516" sldId="270"/>
            <ac:spMk id="12" creationId="{40720ED3-B1C3-FD28-F702-BB7876A8B620}"/>
          </ac:spMkLst>
        </pc:spChg>
        <pc:spChg chg="add mod topLvl">
          <ac:chgData name="LEEJIWON" userId="S::24511401@hansung.edu::395016e7-fa8d-4094-9a1a-d675cd884d58" providerId="AD" clId="Web-{C934CD8A-87EA-A938-DC40-A74B02F463CC}" dt="2025-07-01T08:46:37.322" v="1525"/>
          <ac:spMkLst>
            <pc:docMk/>
            <pc:sldMk cId="1777901516" sldId="270"/>
            <ac:spMk id="13" creationId="{2994503E-0D5B-2773-ACCC-577D2F0861DF}"/>
          </ac:spMkLst>
        </pc:spChg>
        <pc:grpChg chg="add mod">
          <ac:chgData name="LEEJIWON" userId="S::24511401@hansung.edu::395016e7-fa8d-4094-9a1a-d675cd884d58" providerId="AD" clId="Web-{C934CD8A-87EA-A938-DC40-A74B02F463CC}" dt="2025-07-01T08:46:50.869" v="1528" actId="1076"/>
          <ac:grpSpMkLst>
            <pc:docMk/>
            <pc:sldMk cId="1777901516" sldId="270"/>
            <ac:grpSpMk id="9" creationId="{7123D7D2-F305-2A20-1352-1141FC3C24CD}"/>
          </ac:grpSpMkLst>
        </pc:grpChg>
        <pc:picChg chg="add mod topLvl modCrop">
          <ac:chgData name="LEEJIWON" userId="S::24511401@hansung.edu::395016e7-fa8d-4094-9a1a-d675cd884d58" providerId="AD" clId="Web-{C934CD8A-87EA-A938-DC40-A74B02F463CC}" dt="2025-07-01T08:46:37.322" v="1525"/>
          <ac:picMkLst>
            <pc:docMk/>
            <pc:sldMk cId="1777901516" sldId="270"/>
            <ac:picMk id="5" creationId="{031497E3-4416-F483-D738-0379C0B2AE5A}"/>
          </ac:picMkLst>
        </pc:picChg>
        <pc:picChg chg="add mod">
          <ac:chgData name="LEEJIWON" userId="S::24511401@hansung.edu::395016e7-fa8d-4094-9a1a-d675cd884d58" providerId="AD" clId="Web-{C934CD8A-87EA-A938-DC40-A74B02F463CC}" dt="2025-07-01T08:46:39.541" v="1526" actId="1076"/>
          <ac:picMkLst>
            <pc:docMk/>
            <pc:sldMk cId="1777901516" sldId="270"/>
            <ac:picMk id="8" creationId="{7F474EAE-4BFC-8FED-5963-F5B2B54F0604}"/>
          </ac:picMkLst>
        </pc:picChg>
      </pc:sldChg>
      <pc:sldChg chg="addSp delSp modSp add replId modNotes">
        <pc:chgData name="LEEJIWON" userId="S::24511401@hansung.edu::395016e7-fa8d-4094-9a1a-d675cd884d58" providerId="AD" clId="Web-{C934CD8A-87EA-A938-DC40-A74B02F463CC}" dt="2025-07-01T10:43:07.355" v="2886"/>
        <pc:sldMkLst>
          <pc:docMk/>
          <pc:sldMk cId="3082642603" sldId="271"/>
        </pc:sldMkLst>
        <pc:picChg chg="add mod modCrop">
          <ac:chgData name="LEEJIWON" userId="S::24511401@hansung.edu::395016e7-fa8d-4094-9a1a-d675cd884d58" providerId="AD" clId="Web-{C934CD8A-87EA-A938-DC40-A74B02F463CC}" dt="2025-07-01T08:32:02.003" v="1409" actId="1076"/>
          <ac:picMkLst>
            <pc:docMk/>
            <pc:sldMk cId="3082642603" sldId="271"/>
            <ac:picMk id="21" creationId="{B9CBA17A-97E8-CCC5-1018-C78A1DAAF2CE}"/>
          </ac:picMkLst>
        </pc:picChg>
        <pc:picChg chg="add mod modCrop">
          <ac:chgData name="LEEJIWON" userId="S::24511401@hansung.edu::395016e7-fa8d-4094-9a1a-d675cd884d58" providerId="AD" clId="Web-{C934CD8A-87EA-A938-DC40-A74B02F463CC}" dt="2025-07-01T08:31:27.174" v="1403"/>
          <ac:picMkLst>
            <pc:docMk/>
            <pc:sldMk cId="3082642603" sldId="271"/>
            <ac:picMk id="24" creationId="{271D2443-2735-AD54-0B22-445D0FC4C6DE}"/>
          </ac:picMkLst>
        </pc:picChg>
      </pc:sldChg>
      <pc:sldChg chg="addSp delSp modSp add replId modNotes">
        <pc:chgData name="LEEJIWON" userId="S::24511401@hansung.edu::395016e7-fa8d-4094-9a1a-d675cd884d58" providerId="AD" clId="Web-{C934CD8A-87EA-A938-DC40-A74B02F463CC}" dt="2025-07-01T10:43:52.435" v="2908"/>
        <pc:sldMkLst>
          <pc:docMk/>
          <pc:sldMk cId="503193100" sldId="272"/>
        </pc:sldMkLst>
        <pc:spChg chg="add mod">
          <ac:chgData name="LEEJIWON" userId="S::24511401@hansung.edu::395016e7-fa8d-4094-9a1a-d675cd884d58" providerId="AD" clId="Web-{C934CD8A-87EA-A938-DC40-A74B02F463CC}" dt="2025-07-01T08:38:12.785" v="1454" actId="14100"/>
          <ac:spMkLst>
            <pc:docMk/>
            <pc:sldMk cId="503193100" sldId="272"/>
            <ac:spMk id="9" creationId="{90CABE73-0ACE-B297-49FD-664BA9FFBE1C}"/>
          </ac:spMkLst>
        </pc:spChg>
        <pc:picChg chg="add mod modCrop">
          <ac:chgData name="LEEJIWON" userId="S::24511401@hansung.edu::395016e7-fa8d-4094-9a1a-d675cd884d58" providerId="AD" clId="Web-{C934CD8A-87EA-A938-DC40-A74B02F463CC}" dt="2025-07-01T08:32:18.066" v="1413"/>
          <ac:picMkLst>
            <pc:docMk/>
            <pc:sldMk cId="503193100" sldId="272"/>
            <ac:picMk id="3" creationId="{CE09EFC0-2F64-BD27-BD01-BE801BA46A3F}"/>
          </ac:picMkLst>
        </pc:picChg>
        <pc:picChg chg="add">
          <ac:chgData name="LEEJIWON" userId="S::24511401@hansung.edu::395016e7-fa8d-4094-9a1a-d675cd884d58" providerId="AD" clId="Web-{C934CD8A-87EA-A938-DC40-A74B02F463CC}" dt="2025-07-01T08:32:05.208" v="1410"/>
          <ac:picMkLst>
            <pc:docMk/>
            <pc:sldMk cId="503193100" sldId="272"/>
            <ac:picMk id="7" creationId="{4508310E-15AB-AF7A-0846-2C955A4F97CC}"/>
          </ac:picMkLst>
        </pc:picChg>
      </pc:sldChg>
      <pc:sldChg chg="addSp modSp add replId modNotes">
        <pc:chgData name="LEEJIWON" userId="S::24511401@hansung.edu::395016e7-fa8d-4094-9a1a-d675cd884d58" providerId="AD" clId="Web-{C934CD8A-87EA-A938-DC40-A74B02F463CC}" dt="2025-07-01T10:43:04.120" v="2884"/>
        <pc:sldMkLst>
          <pc:docMk/>
          <pc:sldMk cId="3115697926" sldId="273"/>
        </pc:sldMkLst>
        <pc:spChg chg="add mod">
          <ac:chgData name="LEEJIWON" userId="S::24511401@hansung.edu::395016e7-fa8d-4094-9a1a-d675cd884d58" providerId="AD" clId="Web-{C934CD8A-87EA-A938-DC40-A74B02F463CC}" dt="2025-07-01T08:36:05.201" v="1428" actId="14100"/>
          <ac:spMkLst>
            <pc:docMk/>
            <pc:sldMk cId="3115697926" sldId="273"/>
            <ac:spMk id="3" creationId="{36F1B188-E11F-B844-EFD3-B1413061A5BE}"/>
          </ac:spMkLst>
        </pc:spChg>
        <pc:spChg chg="add mod">
          <ac:chgData name="LEEJIWON" userId="S::24511401@hansung.edu::395016e7-fa8d-4094-9a1a-d675cd884d58" providerId="AD" clId="Web-{C934CD8A-87EA-A938-DC40-A74B02F463CC}" dt="2025-07-01T08:36:40.328" v="1438" actId="14100"/>
          <ac:spMkLst>
            <pc:docMk/>
            <pc:sldMk cId="3115697926" sldId="273"/>
            <ac:spMk id="4" creationId="{DA19296B-9903-7FA5-7960-6E594E897ECF}"/>
          </ac:spMkLst>
        </pc:spChg>
      </pc:sldChg>
      <pc:sldChg chg="addSp modSp add replId modNotes">
        <pc:chgData name="LEEJIWON" userId="S::24511401@hansung.edu::395016e7-fa8d-4094-9a1a-d675cd884d58" providerId="AD" clId="Web-{C934CD8A-87EA-A938-DC40-A74B02F463CC}" dt="2025-07-01T10:43:01.683" v="2882"/>
        <pc:sldMkLst>
          <pc:docMk/>
          <pc:sldMk cId="3673691562" sldId="274"/>
        </pc:sldMkLst>
        <pc:spChg chg="mod">
          <ac:chgData name="LEEJIWON" userId="S::24511401@hansung.edu::395016e7-fa8d-4094-9a1a-d675cd884d58" providerId="AD" clId="Web-{C934CD8A-87EA-A938-DC40-A74B02F463CC}" dt="2025-07-01T08:37:25.033" v="1446" actId="14100"/>
          <ac:spMkLst>
            <pc:docMk/>
            <pc:sldMk cId="3673691562" sldId="274"/>
            <ac:spMk id="3" creationId="{C1CC5A0B-8533-E9C9-9DF8-2E6F6CB94364}"/>
          </ac:spMkLst>
        </pc:spChg>
        <pc:spChg chg="mod">
          <ac:chgData name="LEEJIWON" userId="S::24511401@hansung.edu::395016e7-fa8d-4094-9a1a-d675cd884d58" providerId="AD" clId="Web-{C934CD8A-87EA-A938-DC40-A74B02F463CC}" dt="2025-07-01T08:37:50.581" v="1451" actId="14100"/>
          <ac:spMkLst>
            <pc:docMk/>
            <pc:sldMk cId="3673691562" sldId="274"/>
            <ac:spMk id="4" creationId="{1B780CA2-03BA-66F8-2579-F5F8FB210D63}"/>
          </ac:spMkLst>
        </pc:spChg>
        <pc:spChg chg="add mod">
          <ac:chgData name="LEEJIWON" userId="S::24511401@hansung.edu::395016e7-fa8d-4094-9a1a-d675cd884d58" providerId="AD" clId="Web-{C934CD8A-87EA-A938-DC40-A74B02F463CC}" dt="2025-07-01T08:37:20.439" v="1445" actId="14100"/>
          <ac:spMkLst>
            <pc:docMk/>
            <pc:sldMk cId="3673691562" sldId="274"/>
            <ac:spMk id="5" creationId="{D41C410A-E9F1-D9EA-68FC-51D050A0AC69}"/>
          </ac:spMkLst>
        </pc:spChg>
      </pc:sldChg>
      <pc:sldChg chg="modSp add del replId">
        <pc:chgData name="LEEJIWON" userId="S::24511401@hansung.edu::395016e7-fa8d-4094-9a1a-d675cd884d58" providerId="AD" clId="Web-{C934CD8A-87EA-A938-DC40-A74B02F463CC}" dt="2025-07-01T08:36:48.799" v="1439"/>
        <pc:sldMkLst>
          <pc:docMk/>
          <pc:sldMk cId="3890769741" sldId="274"/>
        </pc:sldMkLst>
      </pc:sldChg>
      <pc:sldChg chg="addSp delSp modSp add replId modNotes">
        <pc:chgData name="LEEJIWON" userId="S::24511401@hansung.edu::395016e7-fa8d-4094-9a1a-d675cd884d58" providerId="AD" clId="Web-{C934CD8A-87EA-A938-DC40-A74B02F463CC}" dt="2025-07-01T10:44:07.857" v="2912"/>
        <pc:sldMkLst>
          <pc:docMk/>
          <pc:sldMk cId="1501377789" sldId="275"/>
        </pc:sldMkLst>
        <pc:spChg chg="mod">
          <ac:chgData name="LEEJIWON" userId="S::24511401@hansung.edu::395016e7-fa8d-4094-9a1a-d675cd884d58" providerId="AD" clId="Web-{C934CD8A-87EA-A938-DC40-A74B02F463CC}" dt="2025-07-01T08:57:36.287" v="1641" actId="20577"/>
          <ac:spMkLst>
            <pc:docMk/>
            <pc:sldMk cId="1501377789" sldId="275"/>
            <ac:spMk id="4" creationId="{0A5F3115-8FE6-159B-AE21-F3E7225DE7E6}"/>
          </ac:spMkLst>
        </pc:spChg>
        <pc:spChg chg="mod topLvl">
          <ac:chgData name="LEEJIWON" userId="S::24511401@hansung.edu::395016e7-fa8d-4094-9a1a-d675cd884d58" providerId="AD" clId="Web-{C934CD8A-87EA-A938-DC40-A74B02F463CC}" dt="2025-07-01T08:47:55.013" v="1553" actId="20577"/>
          <ac:spMkLst>
            <pc:docMk/>
            <pc:sldMk cId="1501377789" sldId="275"/>
            <ac:spMk id="12" creationId="{6388DFBB-0534-813F-3142-33F4535575AB}"/>
          </ac:spMkLst>
        </pc:spChg>
        <pc:spChg chg="mod topLvl">
          <ac:chgData name="LEEJIWON" userId="S::24511401@hansung.edu::395016e7-fa8d-4094-9a1a-d675cd884d58" providerId="AD" clId="Web-{C934CD8A-87EA-A938-DC40-A74B02F463CC}" dt="2025-07-01T08:47:10.526" v="1536" actId="20577"/>
          <ac:spMkLst>
            <pc:docMk/>
            <pc:sldMk cId="1501377789" sldId="275"/>
            <ac:spMk id="13" creationId="{2AD0E3C8-09BE-57CA-38E9-CF3585A286CE}"/>
          </ac:spMkLst>
        </pc:spChg>
        <pc:grpChg chg="add mod">
          <ac:chgData name="LEEJIWON" userId="S::24511401@hansung.edu::395016e7-fa8d-4094-9a1a-d675cd884d58" providerId="AD" clId="Web-{C934CD8A-87EA-A938-DC40-A74B02F463CC}" dt="2025-07-01T08:48:12.732" v="1555" actId="1076"/>
          <ac:grpSpMkLst>
            <pc:docMk/>
            <pc:sldMk cId="1501377789" sldId="275"/>
            <ac:grpSpMk id="11" creationId="{E255B904-A48A-D8CD-C6A3-EAFD09D51FFB}"/>
          </ac:grpSpMkLst>
        </pc:grpChg>
        <pc:picChg chg="add mod ord">
          <ac:chgData name="LEEJIWON" userId="S::24511401@hansung.edu::395016e7-fa8d-4094-9a1a-d675cd884d58" providerId="AD" clId="Web-{C934CD8A-87EA-A938-DC40-A74B02F463CC}" dt="2025-07-01T08:47:44.512" v="1550" actId="14100"/>
          <ac:picMkLst>
            <pc:docMk/>
            <pc:sldMk cId="1501377789" sldId="275"/>
            <ac:picMk id="9" creationId="{C58934AD-E4C0-042E-44CE-9277C65817EA}"/>
          </ac:picMkLst>
        </pc:picChg>
        <pc:picChg chg="add mod">
          <ac:chgData name="LEEJIWON" userId="S::24511401@hansung.edu::395016e7-fa8d-4094-9a1a-d675cd884d58" providerId="AD" clId="Web-{C934CD8A-87EA-A938-DC40-A74B02F463CC}" dt="2025-07-01T08:46:56.307" v="1529" actId="1076"/>
          <ac:picMkLst>
            <pc:docMk/>
            <pc:sldMk cId="1501377789" sldId="275"/>
            <ac:picMk id="10" creationId="{4D67F44B-8208-33E0-3AC2-E72DA811548C}"/>
          </ac:picMkLst>
        </pc:picChg>
      </pc:sldChg>
      <pc:sldChg chg="addSp delSp modSp add replId modNotes">
        <pc:chgData name="LEEJIWON" userId="S::24511401@hansung.edu::395016e7-fa8d-4094-9a1a-d675cd884d58" providerId="AD" clId="Web-{C934CD8A-87EA-A938-DC40-A74B02F463CC}" dt="2025-07-01T10:49:10.277" v="2935"/>
        <pc:sldMkLst>
          <pc:docMk/>
          <pc:sldMk cId="1577039634" sldId="276"/>
        </pc:sldMkLst>
      </pc:sldChg>
      <pc:sldChg chg="addSp modSp add replId modNotes">
        <pc:chgData name="LEEJIWON" userId="S::24511401@hansung.edu::395016e7-fa8d-4094-9a1a-d675cd884d58" providerId="AD" clId="Web-{C934CD8A-87EA-A938-DC40-A74B02F463CC}" dt="2025-07-01T10:49:18.043" v="2940"/>
        <pc:sldMkLst>
          <pc:docMk/>
          <pc:sldMk cId="1394962320" sldId="277"/>
        </pc:sldMkLst>
        <pc:spChg chg="add mod">
          <ac:chgData name="LEEJIWON" userId="S::24511401@hansung.edu::395016e7-fa8d-4094-9a1a-d675cd884d58" providerId="AD" clId="Web-{C934CD8A-87EA-A938-DC40-A74B02F463CC}" dt="2025-07-01T08:53:32.496" v="1588" actId="14100"/>
          <ac:spMkLst>
            <pc:docMk/>
            <pc:sldMk cId="1394962320" sldId="277"/>
            <ac:spMk id="6" creationId="{000BA1D8-DECA-2515-8890-CF1FEB050A5A}"/>
          </ac:spMkLst>
        </pc:spChg>
        <pc:spChg chg="add mod">
          <ac:chgData name="LEEJIWON" userId="S::24511401@hansung.edu::395016e7-fa8d-4094-9a1a-d675cd884d58" providerId="AD" clId="Web-{C934CD8A-87EA-A938-DC40-A74B02F463CC}" dt="2025-07-01T08:53:39.559" v="1589" actId="14100"/>
          <ac:spMkLst>
            <pc:docMk/>
            <pc:sldMk cId="1394962320" sldId="277"/>
            <ac:spMk id="8" creationId="{C2B7E72D-A0E5-319F-C71E-7FB68484C454}"/>
          </ac:spMkLst>
        </pc:spChg>
      </pc:sldChg>
      <pc:sldChg chg="addSp delSp modSp add replId modNotes">
        <pc:chgData name="LEEJIWON" userId="S::24511401@hansung.edu::395016e7-fa8d-4094-9a1a-d675cd884d58" providerId="AD" clId="Web-{C934CD8A-87EA-A938-DC40-A74B02F463CC}" dt="2025-07-01T10:49:48.153" v="2944"/>
        <pc:sldMkLst>
          <pc:docMk/>
          <pc:sldMk cId="2651551116" sldId="278"/>
        </pc:sldMkLst>
        <pc:spChg chg="add mod">
          <ac:chgData name="LEEJIWON" userId="S::24511401@hansung.edu::395016e7-fa8d-4094-9a1a-d675cd884d58" providerId="AD" clId="Web-{C934CD8A-87EA-A938-DC40-A74B02F463CC}" dt="2025-07-01T08:54:32.892" v="1600" actId="14100"/>
          <ac:spMkLst>
            <pc:docMk/>
            <pc:sldMk cId="2651551116" sldId="278"/>
            <ac:spMk id="9" creationId="{FAEE238F-3ABD-F59C-8B42-6EB0F5C953D8}"/>
          </ac:spMkLst>
        </pc:spChg>
        <pc:picChg chg="add mod ord modCrop">
          <ac:chgData name="LEEJIWON" userId="S::24511401@hansung.edu::395016e7-fa8d-4094-9a1a-d675cd884d58" providerId="AD" clId="Web-{C934CD8A-87EA-A938-DC40-A74B02F463CC}" dt="2025-07-01T08:54:53.421" v="1605"/>
          <ac:picMkLst>
            <pc:docMk/>
            <pc:sldMk cId="2651551116" sldId="278"/>
            <ac:picMk id="4" creationId="{389FBA0F-F69F-00D3-2F0E-BCE337171863}"/>
          </ac:picMkLst>
        </pc:picChg>
      </pc:sldChg>
      <pc:sldChg chg="addSp delSp modSp add mod replId modShow modNotes">
        <pc:chgData name="LEEJIWON" userId="S::24511401@hansung.edu::395016e7-fa8d-4094-9a1a-d675cd884d58" providerId="AD" clId="Web-{C934CD8A-87EA-A938-DC40-A74B02F463CC}" dt="2025-07-01T10:52:38.395" v="2980"/>
        <pc:sldMkLst>
          <pc:docMk/>
          <pc:sldMk cId="1245489045" sldId="279"/>
        </pc:sldMkLst>
        <pc:spChg chg="mod">
          <ac:chgData name="LEEJIWON" userId="S::24511401@hansung.edu::395016e7-fa8d-4094-9a1a-d675cd884d58" providerId="AD" clId="Web-{C934CD8A-87EA-A938-DC40-A74B02F463CC}" dt="2025-07-01T08:56:09.237" v="1622" actId="20577"/>
          <ac:spMkLst>
            <pc:docMk/>
            <pc:sldMk cId="1245489045" sldId="279"/>
            <ac:spMk id="3" creationId="{E84B0152-E6E8-C5E6-F1D5-9C86C19669D9}"/>
          </ac:spMkLst>
        </pc:spChg>
        <pc:spChg chg="mod">
          <ac:chgData name="LEEJIWON" userId="S::24511401@hansung.edu::395016e7-fa8d-4094-9a1a-d675cd884d58" providerId="AD" clId="Web-{C934CD8A-87EA-A938-DC40-A74B02F463CC}" dt="2025-07-01T10:51:31.673" v="2951" actId="20577"/>
          <ac:spMkLst>
            <pc:docMk/>
            <pc:sldMk cId="1245489045" sldId="279"/>
            <ac:spMk id="4" creationId="{7161CA51-82F3-DA69-C87F-C4DC94E8EF72}"/>
          </ac:spMkLst>
        </pc:spChg>
        <pc:grpChg chg="mod">
          <ac:chgData name="LEEJIWON" userId="S::24511401@hansung.edu::395016e7-fa8d-4094-9a1a-d675cd884d58" providerId="AD" clId="Web-{C934CD8A-87EA-A938-DC40-A74B02F463CC}" dt="2025-07-01T10:20:53.157" v="2462" actId="1076"/>
          <ac:grpSpMkLst>
            <pc:docMk/>
            <pc:sldMk cId="1245489045" sldId="279"/>
            <ac:grpSpMk id="20" creationId="{28646819-5A25-1978-508F-D0AFF04998E1}"/>
          </ac:grpSpMkLst>
        </pc:grpChg>
      </pc:sldChg>
      <pc:sldChg chg="addSp delSp modSp add del mod replId modClrScheme chgLayout modNotes">
        <pc:chgData name="LEEJIWON" userId="S::24511401@hansung.edu::395016e7-fa8d-4094-9a1a-d675cd884d58" providerId="AD" clId="Web-{C934CD8A-87EA-A938-DC40-A74B02F463CC}" dt="2025-07-01T09:45:04.112" v="1857"/>
        <pc:sldMkLst>
          <pc:docMk/>
          <pc:sldMk cId="3761993638" sldId="280"/>
        </pc:sldMkLst>
      </pc:sldChg>
      <pc:sldChg chg="delSp modSp add ord replId modNotes">
        <pc:chgData name="LEEJIWON" userId="S::24511401@hansung.edu::395016e7-fa8d-4094-9a1a-d675cd884d58" providerId="AD" clId="Web-{C934CD8A-87EA-A938-DC40-A74B02F463CC}" dt="2025-07-01T10:56:06.650" v="3073"/>
        <pc:sldMkLst>
          <pc:docMk/>
          <pc:sldMk cId="2375226373" sldId="281"/>
        </pc:sldMkLst>
        <pc:spChg chg="mod">
          <ac:chgData name="LEEJIWON" userId="S::24511401@hansung.edu::395016e7-fa8d-4094-9a1a-d675cd884d58" providerId="AD" clId="Web-{C934CD8A-87EA-A938-DC40-A74B02F463CC}" dt="2025-07-01T10:21:00.783" v="2464" actId="20577"/>
          <ac:spMkLst>
            <pc:docMk/>
            <pc:sldMk cId="2375226373" sldId="281"/>
            <ac:spMk id="4" creationId="{3C20F1C4-2A7F-734B-6E2E-6892AAB2DC01}"/>
          </ac:spMkLst>
        </pc:spChg>
      </pc:sldChg>
      <pc:sldChg chg="addSp delSp modSp add replId modNotes">
        <pc:chgData name="LEEJIWON" userId="S::24511401@hansung.edu::395016e7-fa8d-4094-9a1a-d675cd884d58" providerId="AD" clId="Web-{C934CD8A-87EA-A938-DC40-A74B02F463CC}" dt="2025-07-01T10:58:41.313" v="3153"/>
        <pc:sldMkLst>
          <pc:docMk/>
          <pc:sldMk cId="3797799592" sldId="282"/>
        </pc:sldMkLst>
        <pc:spChg chg="mod">
          <ac:chgData name="LEEJIWON" userId="S::24511401@hansung.edu::395016e7-fa8d-4094-9a1a-d675cd884d58" providerId="AD" clId="Web-{C934CD8A-87EA-A938-DC40-A74B02F463CC}" dt="2025-07-01T10:04:47.054" v="2179" actId="20577"/>
          <ac:spMkLst>
            <pc:docMk/>
            <pc:sldMk cId="3797799592" sldId="282"/>
            <ac:spMk id="4" creationId="{F5F49437-4768-CFE4-16CB-6444F50507E9}"/>
          </ac:spMkLst>
        </pc:spChg>
        <pc:spChg chg="add mod">
          <ac:chgData name="LEEJIWON" userId="S::24511401@hansung.edu::395016e7-fa8d-4094-9a1a-d675cd884d58" providerId="AD" clId="Web-{C934CD8A-87EA-A938-DC40-A74B02F463CC}" dt="2025-07-01T10:25:11.106" v="2505" actId="1076"/>
          <ac:spMkLst>
            <pc:docMk/>
            <pc:sldMk cId="3797799592" sldId="282"/>
            <ac:spMk id="30" creationId="{7442B31D-874B-45FA-7347-D203A8ABD63D}"/>
          </ac:spMkLst>
        </pc:spChg>
        <pc:spChg chg="add mod">
          <ac:chgData name="LEEJIWON" userId="S::24511401@hansung.edu::395016e7-fa8d-4094-9a1a-d675cd884d58" providerId="AD" clId="Web-{C934CD8A-87EA-A938-DC40-A74B02F463CC}" dt="2025-07-01T10:25:11.121" v="2506" actId="1076"/>
          <ac:spMkLst>
            <pc:docMk/>
            <pc:sldMk cId="3797799592" sldId="282"/>
            <ac:spMk id="32" creationId="{32D538A5-C33F-451C-01CA-B70C021C0679}"/>
          </ac:spMkLst>
        </pc:spChg>
        <pc:grpChg chg="add mod">
          <ac:chgData name="LEEJIWON" userId="S::24511401@hansung.edu::395016e7-fa8d-4094-9a1a-d675cd884d58" providerId="AD" clId="Web-{C934CD8A-87EA-A938-DC40-A74B02F463CC}" dt="2025-07-01T10:25:11.106" v="2504" actId="1076"/>
          <ac:grpSpMkLst>
            <pc:docMk/>
            <pc:sldMk cId="3797799592" sldId="282"/>
            <ac:grpSpMk id="33" creationId="{6688CB38-7DB4-A6CC-EBA4-5AC6288C0DDC}"/>
          </ac:grpSpMkLst>
        </pc:grpChg>
        <pc:picChg chg="add mod">
          <ac:chgData name="LEEJIWON" userId="S::24511401@hansung.edu::395016e7-fa8d-4094-9a1a-d675cd884d58" providerId="AD" clId="Web-{C934CD8A-87EA-A938-DC40-A74B02F463CC}" dt="2025-07-01T10:10:24.974" v="2275" actId="14100"/>
          <ac:picMkLst>
            <pc:docMk/>
            <pc:sldMk cId="3797799592" sldId="282"/>
            <ac:picMk id="25" creationId="{52C5FB8E-E9F7-F023-EC01-AD6254279C9B}"/>
          </ac:picMkLst>
        </pc:picChg>
        <pc:picChg chg="add mod">
          <ac:chgData name="LEEJIWON" userId="S::24511401@hansung.edu::395016e7-fa8d-4094-9a1a-d675cd884d58" providerId="AD" clId="Web-{C934CD8A-87EA-A938-DC40-A74B02F463CC}" dt="2025-07-01T10:10:24.974" v="2274" actId="14100"/>
          <ac:picMkLst>
            <pc:docMk/>
            <pc:sldMk cId="3797799592" sldId="282"/>
            <ac:picMk id="27" creationId="{91F84DFB-DF52-AADC-3811-34A34B08C3E7}"/>
          </ac:picMkLst>
        </pc:picChg>
      </pc:sldChg>
      <pc:sldChg chg="add del replId">
        <pc:chgData name="LEEJIWON" userId="S::24511401@hansung.edu::395016e7-fa8d-4094-9a1a-d675cd884d58" providerId="AD" clId="Web-{C934CD8A-87EA-A938-DC40-A74B02F463CC}" dt="2025-07-01T09:45:21.676" v="1859"/>
        <pc:sldMkLst>
          <pc:docMk/>
          <pc:sldMk cId="3988386243" sldId="282"/>
        </pc:sldMkLst>
      </pc:sldChg>
      <pc:sldChg chg="add del replId">
        <pc:chgData name="LEEJIWON" userId="S::24511401@hansung.edu::395016e7-fa8d-4094-9a1a-d675cd884d58" providerId="AD" clId="Web-{C934CD8A-87EA-A938-DC40-A74B02F463CC}" dt="2025-07-01T10:12:40.668" v="2304"/>
        <pc:sldMkLst>
          <pc:docMk/>
          <pc:sldMk cId="1620962501" sldId="283"/>
        </pc:sldMkLst>
      </pc:sldChg>
      <pc:sldChg chg="addSp delSp modSp add replId modNotes">
        <pc:chgData name="LEEJIWON" userId="S::24511401@hansung.edu::395016e7-fa8d-4094-9a1a-d675cd884d58" providerId="AD" clId="Web-{C934CD8A-87EA-A938-DC40-A74B02F463CC}" dt="2025-07-01T11:00:38.427" v="3211"/>
        <pc:sldMkLst>
          <pc:docMk/>
          <pc:sldMk cId="3275047949" sldId="283"/>
        </pc:sldMkLst>
        <pc:spChg chg="mod">
          <ac:chgData name="LEEJIWON" userId="S::24511401@hansung.edu::395016e7-fa8d-4094-9a1a-d675cd884d58" providerId="AD" clId="Web-{C934CD8A-87EA-A938-DC40-A74B02F463CC}" dt="2025-07-01T10:27:50.769" v="2568" actId="20577"/>
          <ac:spMkLst>
            <pc:docMk/>
            <pc:sldMk cId="3275047949" sldId="283"/>
            <ac:spMk id="4" creationId="{34693C72-6F14-043B-E617-7850D32B5301}"/>
          </ac:spMkLst>
        </pc:spChg>
        <pc:spChg chg="add mod ord">
          <ac:chgData name="LEEJIWON" userId="S::24511401@hansung.edu::395016e7-fa8d-4094-9a1a-d675cd884d58" providerId="AD" clId="Web-{C934CD8A-87EA-A938-DC40-A74B02F463CC}" dt="2025-07-01T10:28:01.957" v="2572" actId="1076"/>
          <ac:spMkLst>
            <pc:docMk/>
            <pc:sldMk cId="3275047949" sldId="283"/>
            <ac:spMk id="10" creationId="{AE46970E-C6F6-2BAE-5DCE-628E995105A4}"/>
          </ac:spMkLst>
        </pc:spChg>
        <pc:spChg chg="add mod">
          <ac:chgData name="LEEJIWON" userId="S::24511401@hansung.edu::395016e7-fa8d-4094-9a1a-d675cd884d58" providerId="AD" clId="Web-{C934CD8A-87EA-A938-DC40-A74B02F463CC}" dt="2025-07-01T10:28:01.894" v="2569" actId="1076"/>
          <ac:spMkLst>
            <pc:docMk/>
            <pc:sldMk cId="3275047949" sldId="283"/>
            <ac:spMk id="12" creationId="{75C811B7-9913-21C4-1E41-22C9A8C87D1F}"/>
          </ac:spMkLst>
        </pc:spChg>
        <pc:picChg chg="add mod">
          <ac:chgData name="LEEJIWON" userId="S::24511401@hansung.edu::395016e7-fa8d-4094-9a1a-d675cd884d58" providerId="AD" clId="Web-{C934CD8A-87EA-A938-DC40-A74B02F463CC}" dt="2025-07-01T10:28:01.926" v="2570" actId="1076"/>
          <ac:picMkLst>
            <pc:docMk/>
            <pc:sldMk cId="3275047949" sldId="283"/>
            <ac:picMk id="14" creationId="{B2867ADA-1F7A-60C4-6B7B-8A8355FD7A57}"/>
          </ac:picMkLst>
        </pc:picChg>
        <pc:picChg chg="add mod">
          <ac:chgData name="LEEJIWON" userId="S::24511401@hansung.edu::395016e7-fa8d-4094-9a1a-d675cd884d58" providerId="AD" clId="Web-{C934CD8A-87EA-A938-DC40-A74B02F463CC}" dt="2025-07-01T10:28:01.941" v="2571" actId="1076"/>
          <ac:picMkLst>
            <pc:docMk/>
            <pc:sldMk cId="3275047949" sldId="283"/>
            <ac:picMk id="15" creationId="{C9279B81-3A97-7355-E5AC-69B1A7417FEA}"/>
          </ac:picMkLst>
        </pc:picChg>
      </pc:sldChg>
      <pc:sldChg chg="modSp add replId modNotes">
        <pc:chgData name="LEEJIWON" userId="S::24511401@hansung.edu::395016e7-fa8d-4094-9a1a-d675cd884d58" providerId="AD" clId="Web-{C934CD8A-87EA-A938-DC40-A74B02F463CC}" dt="2025-07-01T10:59:58.050" v="3187"/>
        <pc:sldMkLst>
          <pc:docMk/>
          <pc:sldMk cId="3822476660" sldId="284"/>
        </pc:sldMkLst>
        <pc:spChg chg="mod">
          <ac:chgData name="LEEJIWON" userId="S::24511401@hansung.edu::395016e7-fa8d-4094-9a1a-d675cd884d58" providerId="AD" clId="Web-{C934CD8A-87EA-A938-DC40-A74B02F463CC}" dt="2025-07-01T10:20:06.827" v="2455" actId="20577"/>
          <ac:spMkLst>
            <pc:docMk/>
            <pc:sldMk cId="3822476660" sldId="284"/>
            <ac:spMk id="4" creationId="{95985628-2613-7ADE-F1C1-048F251B7EDA}"/>
          </ac:spMkLst>
        </pc:spChg>
      </pc:sldChg>
      <pc:sldChg chg="add del replId">
        <pc:chgData name="LEEJIWON" userId="S::24511401@hansung.edu::395016e7-fa8d-4094-9a1a-d675cd884d58" providerId="AD" clId="Web-{C934CD8A-87EA-A938-DC40-A74B02F463CC}" dt="2025-07-01T10:29:18.804" v="2574"/>
        <pc:sldMkLst>
          <pc:docMk/>
          <pc:sldMk cId="1561341790" sldId="285"/>
        </pc:sldMkLst>
      </pc:sldChg>
      <pc:sldChg chg="addSp delSp modSp add replId modNotes">
        <pc:chgData name="LEEJIWON" userId="S::24511401@hansung.edu::395016e7-fa8d-4094-9a1a-d675cd884d58" providerId="AD" clId="Web-{C934CD8A-87EA-A938-DC40-A74B02F463CC}" dt="2025-07-01T11:07:20.459" v="3534"/>
        <pc:sldMkLst>
          <pc:docMk/>
          <pc:sldMk cId="1776537159" sldId="285"/>
        </pc:sldMkLst>
        <pc:spChg chg="mod">
          <ac:chgData name="LEEJIWON" userId="S::24511401@hansung.edu::395016e7-fa8d-4094-9a1a-d675cd884d58" providerId="AD" clId="Web-{C934CD8A-87EA-A938-DC40-A74B02F463CC}" dt="2025-07-01T10:29:35.664" v="2581" actId="20577"/>
          <ac:spMkLst>
            <pc:docMk/>
            <pc:sldMk cId="1776537159" sldId="285"/>
            <ac:spMk id="4" creationId="{8EA61180-96C6-176F-7732-A7DC2851267D}"/>
          </ac:spMkLst>
        </pc:spChg>
        <pc:graphicFrameChg chg="add mod modGraphic">
          <ac:chgData name="LEEJIWON" userId="S::24511401@hansung.edu::395016e7-fa8d-4094-9a1a-d675cd884d58" providerId="AD" clId="Web-{C934CD8A-87EA-A938-DC40-A74B02F463CC}" dt="2025-07-01T10:37:22.887" v="2803"/>
          <ac:graphicFrameMkLst>
            <pc:docMk/>
            <pc:sldMk cId="1776537159" sldId="285"/>
            <ac:graphicFrameMk id="12" creationId="{DF34A21D-48B2-3A3F-BDA3-C146E3842D23}"/>
          </ac:graphicFrameMkLst>
        </pc:graphicFrameChg>
      </pc:sldChg>
      <pc:sldChg chg="delSp modSp add replId modNotes">
        <pc:chgData name="LEEJIWON" userId="S::24511401@hansung.edu::395016e7-fa8d-4094-9a1a-d675cd884d58" providerId="AD" clId="Web-{C934CD8A-87EA-A938-DC40-A74B02F463CC}" dt="2025-07-01T10:41:59.727" v="2864"/>
        <pc:sldMkLst>
          <pc:docMk/>
          <pc:sldMk cId="261662966" sldId="286"/>
        </pc:sldMkLst>
        <pc:spChg chg="mod">
          <ac:chgData name="LEEJIWON" userId="S::24511401@hansung.edu::395016e7-fa8d-4094-9a1a-d675cd884d58" providerId="AD" clId="Web-{C934CD8A-87EA-A938-DC40-A74B02F463CC}" dt="2025-07-01T10:38:28.530" v="2815" actId="20577"/>
          <ac:spMkLst>
            <pc:docMk/>
            <pc:sldMk cId="261662966" sldId="286"/>
            <ac:spMk id="3" creationId="{60933DE0-188E-4465-E2D5-6D17EF4540CE}"/>
          </ac:spMkLst>
        </pc:spChg>
        <pc:spChg chg="mod">
          <ac:chgData name="LEEJIWON" userId="S::24511401@hansung.edu::395016e7-fa8d-4094-9a1a-d675cd884d58" providerId="AD" clId="Web-{C934CD8A-87EA-A938-DC40-A74B02F463CC}" dt="2025-07-01T10:39:30.674" v="2835" actId="20577"/>
          <ac:spMkLst>
            <pc:docMk/>
            <pc:sldMk cId="261662966" sldId="286"/>
            <ac:spMk id="4" creationId="{D9BFA592-4A62-E82B-9875-E10DCD08BCFD}"/>
          </ac:spMkLst>
        </pc:spChg>
      </pc:sldChg>
      <pc:sldChg chg="modSp add replId modNotes">
        <pc:chgData name="LEEJIWON" userId="S::24511401@hansung.edu::395016e7-fa8d-4094-9a1a-d675cd884d58" providerId="AD" clId="Web-{C934CD8A-87EA-A938-DC40-A74B02F463CC}" dt="2025-07-01T10:41:49.023" v="2862"/>
        <pc:sldMkLst>
          <pc:docMk/>
          <pc:sldMk cId="1478485762" sldId="287"/>
        </pc:sldMkLst>
        <pc:spChg chg="mod">
          <ac:chgData name="LEEJIWON" userId="S::24511401@hansung.edu::395016e7-fa8d-4094-9a1a-d675cd884d58" providerId="AD" clId="Web-{C934CD8A-87EA-A938-DC40-A74B02F463CC}" dt="2025-07-01T10:39:54.800" v="2843" actId="20577"/>
          <ac:spMkLst>
            <pc:docMk/>
            <pc:sldMk cId="1478485762" sldId="287"/>
            <ac:spMk id="3" creationId="{1375F6F2-7163-B33B-945E-7DC36353CB81}"/>
          </ac:spMkLst>
        </pc:spChg>
        <pc:spChg chg="mod">
          <ac:chgData name="LEEJIWON" userId="S::24511401@hansung.edu::395016e7-fa8d-4094-9a1a-d675cd884d58" providerId="AD" clId="Web-{C934CD8A-87EA-A938-DC40-A74B02F463CC}" dt="2025-07-01T10:41:06.568" v="2860" actId="20577"/>
          <ac:spMkLst>
            <pc:docMk/>
            <pc:sldMk cId="1478485762" sldId="287"/>
            <ac:spMk id="4" creationId="{6EA22B2C-4ACC-B031-A7DE-14F7C4BE1DC3}"/>
          </ac:spMkLst>
        </pc:spChg>
      </pc:sldChg>
    </pc:docChg>
  </pc:docChgLst>
  <pc:docChgLst>
    <pc:chgData name="LEEJIWON" userId="S::24511401@hansung.edu::395016e7-fa8d-4094-9a1a-d675cd884d58" providerId="AD" clId="Web-{7A395E0F-3F65-7ACF-6844-8EB90B0632E0}"/>
    <pc:docChg chg="modSld">
      <pc:chgData name="LEEJIWON" userId="S::24511401@hansung.edu::395016e7-fa8d-4094-9a1a-d675cd884d58" providerId="AD" clId="Web-{7A395E0F-3F65-7ACF-6844-8EB90B0632E0}" dt="2025-07-04T03:28:59.056" v="6" actId="20577"/>
      <pc:docMkLst>
        <pc:docMk/>
      </pc:docMkLst>
      <pc:sldChg chg="modSp">
        <pc:chgData name="LEEJIWON" userId="S::24511401@hansung.edu::395016e7-fa8d-4094-9a1a-d675cd884d58" providerId="AD" clId="Web-{7A395E0F-3F65-7ACF-6844-8EB90B0632E0}" dt="2025-07-04T03:28:59.056" v="6" actId="20577"/>
        <pc:sldMkLst>
          <pc:docMk/>
          <pc:sldMk cId="1114226841" sldId="268"/>
        </pc:sldMkLst>
        <pc:spChg chg="mod">
          <ac:chgData name="LEEJIWON" userId="S::24511401@hansung.edu::395016e7-fa8d-4094-9a1a-d675cd884d58" providerId="AD" clId="Web-{7A395E0F-3F65-7ACF-6844-8EB90B0632E0}" dt="2025-07-04T03:28:59.056" v="6" actId="20577"/>
          <ac:spMkLst>
            <pc:docMk/>
            <pc:sldMk cId="1114226841" sldId="268"/>
            <ac:spMk id="4" creationId="{E9072CE1-4019-5ADF-0BA1-662BA0A5BF42}"/>
          </ac:spMkLst>
        </pc:spChg>
      </pc:sldChg>
    </pc:docChg>
  </pc:docChgLst>
  <pc:docChgLst>
    <pc:chgData name="LEEJIWON" userId="S::24511401@hansung.edu::395016e7-fa8d-4094-9a1a-d675cd884d58" providerId="AD" clId="Web-{99DFA845-055F-8857-D9F7-7A4626F674DB}"/>
    <pc:docChg chg="modSld">
      <pc:chgData name="LEEJIWON" userId="S::24511401@hansung.edu::395016e7-fa8d-4094-9a1a-d675cd884d58" providerId="AD" clId="Web-{99DFA845-055F-8857-D9F7-7A4626F674DB}" dt="2025-07-05T08:27:55.853" v="28"/>
      <pc:docMkLst>
        <pc:docMk/>
      </pc:docMkLst>
      <pc:sldChg chg="modNotes">
        <pc:chgData name="LEEJIWON" userId="S::24511401@hansung.edu::395016e7-fa8d-4094-9a1a-d675cd884d58" providerId="AD" clId="Web-{99DFA845-055F-8857-D9F7-7A4626F674DB}" dt="2025-07-05T07:41:03.567" v="17"/>
        <pc:sldMkLst>
          <pc:docMk/>
          <pc:sldMk cId="1009917358" sldId="265"/>
        </pc:sldMkLst>
      </pc:sldChg>
      <pc:sldChg chg="modNotes">
        <pc:chgData name="LEEJIWON" userId="S::24511401@hansung.edu::395016e7-fa8d-4094-9a1a-d675cd884d58" providerId="AD" clId="Web-{99DFA845-055F-8857-D9F7-7A4626F674DB}" dt="2025-07-05T07:43:15.057" v="22"/>
        <pc:sldMkLst>
          <pc:docMk/>
          <pc:sldMk cId="1114226841" sldId="268"/>
        </pc:sldMkLst>
      </pc:sldChg>
      <pc:sldChg chg="modNotes">
        <pc:chgData name="LEEJIWON" userId="S::24511401@hansung.edu::395016e7-fa8d-4094-9a1a-d675cd884d58" providerId="AD" clId="Web-{99DFA845-055F-8857-D9F7-7A4626F674DB}" dt="2025-07-05T08:27:55.853" v="28"/>
        <pc:sldMkLst>
          <pc:docMk/>
          <pc:sldMk cId="3969677681" sldId="288"/>
        </pc:sldMkLst>
      </pc:sldChg>
    </pc:docChg>
  </pc:docChgLst>
  <pc:docChgLst>
    <pc:chgData name="LEEJIWON" userId="S::24511401@hansung.edu::395016e7-fa8d-4094-9a1a-d675cd884d58" providerId="AD" clId="Web-{44B12A28-0CA5-ADDD-5301-F8B01984311F}"/>
    <pc:docChg chg="modSld">
      <pc:chgData name="LEEJIWON" userId="S::24511401@hansung.edu::395016e7-fa8d-4094-9a1a-d675cd884d58" providerId="AD" clId="Web-{44B12A28-0CA5-ADDD-5301-F8B01984311F}" dt="2025-07-04T04:51:37.992" v="238"/>
      <pc:docMkLst>
        <pc:docMk/>
      </pc:docMkLst>
      <pc:sldChg chg="modNotes">
        <pc:chgData name="LEEJIWON" userId="S::24511401@hansung.edu::395016e7-fa8d-4094-9a1a-d675cd884d58" providerId="AD" clId="Web-{44B12A28-0CA5-ADDD-5301-F8B01984311F}" dt="2025-07-04T04:51:37.992" v="238"/>
        <pc:sldMkLst>
          <pc:docMk/>
          <pc:sldMk cId="1899537033" sldId="262"/>
        </pc:sldMkLst>
      </pc:sldChg>
      <pc:sldChg chg="delSp modSp">
        <pc:chgData name="LEEJIWON" userId="S::24511401@hansung.edu::395016e7-fa8d-4094-9a1a-d675cd884d58" providerId="AD" clId="Web-{44B12A28-0CA5-ADDD-5301-F8B01984311F}" dt="2025-07-04T04:08:25.453" v="126"/>
        <pc:sldMkLst>
          <pc:docMk/>
          <pc:sldMk cId="1622630053" sldId="266"/>
        </pc:sldMkLst>
        <pc:spChg chg="mod topLvl">
          <ac:chgData name="LEEJIWON" userId="S::24511401@hansung.edu::395016e7-fa8d-4094-9a1a-d675cd884d58" providerId="AD" clId="Web-{44B12A28-0CA5-ADDD-5301-F8B01984311F}" dt="2025-07-04T04:08:25.406" v="124"/>
          <ac:spMkLst>
            <pc:docMk/>
            <pc:sldMk cId="1622630053" sldId="266"/>
            <ac:spMk id="8" creationId="{9DCBC7CF-B4BD-B4EC-8ABB-B430FFEC5202}"/>
          </ac:spMkLst>
        </pc:spChg>
        <pc:spChg chg="mod topLvl">
          <ac:chgData name="LEEJIWON" userId="S::24511401@hansung.edu::395016e7-fa8d-4094-9a1a-d675cd884d58" providerId="AD" clId="Web-{44B12A28-0CA5-ADDD-5301-F8B01984311F}" dt="2025-07-04T04:08:25.406" v="125"/>
          <ac:spMkLst>
            <pc:docMk/>
            <pc:sldMk cId="1622630053" sldId="266"/>
            <ac:spMk id="9" creationId="{AC9C4BE7-5765-C4DB-681B-C7A114729BB0}"/>
          </ac:spMkLst>
        </pc:spChg>
        <pc:spChg chg="mod topLvl">
          <ac:chgData name="LEEJIWON" userId="S::24511401@hansung.edu::395016e7-fa8d-4094-9a1a-d675cd884d58" providerId="AD" clId="Web-{44B12A28-0CA5-ADDD-5301-F8B01984311F}" dt="2025-07-04T04:08:25.453" v="126"/>
          <ac:spMkLst>
            <pc:docMk/>
            <pc:sldMk cId="1622630053" sldId="266"/>
            <ac:spMk id="13" creationId="{B40D0735-F26B-42F9-3DB7-07FCD528242B}"/>
          </ac:spMkLst>
        </pc:spChg>
        <pc:spChg chg="mod topLvl">
          <ac:chgData name="LEEJIWON" userId="S::24511401@hansung.edu::395016e7-fa8d-4094-9a1a-d675cd884d58" providerId="AD" clId="Web-{44B12A28-0CA5-ADDD-5301-F8B01984311F}" dt="2025-07-04T04:07:52.122" v="115" actId="1076"/>
          <ac:spMkLst>
            <pc:docMk/>
            <pc:sldMk cId="1622630053" sldId="266"/>
            <ac:spMk id="15" creationId="{C5840C4D-2959-9796-2A4D-491708369C14}"/>
          </ac:spMkLst>
        </pc:spChg>
        <pc:spChg chg="mod topLvl">
          <ac:chgData name="LEEJIWON" userId="S::24511401@hansung.edu::395016e7-fa8d-4094-9a1a-d675cd884d58" providerId="AD" clId="Web-{44B12A28-0CA5-ADDD-5301-F8B01984311F}" dt="2025-07-04T04:07:56.466" v="116" actId="1076"/>
          <ac:spMkLst>
            <pc:docMk/>
            <pc:sldMk cId="1622630053" sldId="266"/>
            <ac:spMk id="16" creationId="{E70D641C-E1C1-C59D-700D-92AA916D7EF5}"/>
          </ac:spMkLst>
        </pc:spChg>
      </pc:sldChg>
      <pc:sldChg chg="modSp">
        <pc:chgData name="LEEJIWON" userId="S::24511401@hansung.edu::395016e7-fa8d-4094-9a1a-d675cd884d58" providerId="AD" clId="Web-{44B12A28-0CA5-ADDD-5301-F8B01984311F}" dt="2025-07-04T04:17:45.364" v="232" actId="20577"/>
        <pc:sldMkLst>
          <pc:docMk/>
          <pc:sldMk cId="1114226841" sldId="268"/>
        </pc:sldMkLst>
        <pc:spChg chg="mod">
          <ac:chgData name="LEEJIWON" userId="S::24511401@hansung.edu::395016e7-fa8d-4094-9a1a-d675cd884d58" providerId="AD" clId="Web-{44B12A28-0CA5-ADDD-5301-F8B01984311F}" dt="2025-07-04T04:17:45.364" v="232" actId="20577"/>
          <ac:spMkLst>
            <pc:docMk/>
            <pc:sldMk cId="1114226841" sldId="268"/>
            <ac:spMk id="4" creationId="{E9072CE1-4019-5ADF-0BA1-662BA0A5BF42}"/>
          </ac:spMkLst>
        </pc:spChg>
      </pc:sldChg>
      <pc:sldChg chg="addSp delSp modSp">
        <pc:chgData name="LEEJIWON" userId="S::24511401@hansung.edu::395016e7-fa8d-4094-9a1a-d675cd884d58" providerId="AD" clId="Web-{44B12A28-0CA5-ADDD-5301-F8B01984311F}" dt="2025-07-04T04:17:25.222" v="229" actId="20577"/>
        <pc:sldMkLst>
          <pc:docMk/>
          <pc:sldMk cId="3969677681" sldId="288"/>
        </pc:sldMkLst>
        <pc:spChg chg="mod">
          <ac:chgData name="LEEJIWON" userId="S::24511401@hansung.edu::395016e7-fa8d-4094-9a1a-d675cd884d58" providerId="AD" clId="Web-{44B12A28-0CA5-ADDD-5301-F8B01984311F}" dt="2025-07-04T04:17:25.222" v="229" actId="20577"/>
          <ac:spMkLst>
            <pc:docMk/>
            <pc:sldMk cId="3969677681" sldId="288"/>
            <ac:spMk id="4" creationId="{4F2D0A40-CAB9-6715-2975-15AB30F100FA}"/>
          </ac:spMkLst>
        </pc:spChg>
        <pc:spChg chg="mod topLvl">
          <ac:chgData name="LEEJIWON" userId="S::24511401@hansung.edu::395016e7-fa8d-4094-9a1a-d675cd884d58" providerId="AD" clId="Web-{44B12A28-0CA5-ADDD-5301-F8B01984311F}" dt="2025-07-04T04:12:24.187" v="171" actId="1076"/>
          <ac:spMkLst>
            <pc:docMk/>
            <pc:sldMk cId="3969677681" sldId="288"/>
            <ac:spMk id="16" creationId="{8FAB485B-1CB2-86F8-D289-A64F72A63090}"/>
          </ac:spMkLst>
        </pc:spChg>
        <pc:spChg chg="mod topLvl">
          <ac:chgData name="LEEJIWON" userId="S::24511401@hansung.edu::395016e7-fa8d-4094-9a1a-d675cd884d58" providerId="AD" clId="Web-{44B12A28-0CA5-ADDD-5301-F8B01984311F}" dt="2025-07-04T04:10:50.103" v="142" actId="14100"/>
          <ac:spMkLst>
            <pc:docMk/>
            <pc:sldMk cId="3969677681" sldId="288"/>
            <ac:spMk id="17" creationId="{63006F19-10BE-2D9F-17F3-AD8720EF0212}"/>
          </ac:spMkLst>
        </pc:spChg>
        <pc:spChg chg="add mod">
          <ac:chgData name="LEEJIWON" userId="S::24511401@hansung.edu::395016e7-fa8d-4094-9a1a-d675cd884d58" providerId="AD" clId="Web-{44B12A28-0CA5-ADDD-5301-F8B01984311F}" dt="2025-07-04T04:16:35.563" v="220" actId="1076"/>
          <ac:spMkLst>
            <pc:docMk/>
            <pc:sldMk cId="3969677681" sldId="288"/>
            <ac:spMk id="21" creationId="{091B6105-E271-7F44-7A72-03CB9D44F1B3}"/>
          </ac:spMkLst>
        </pc:spChg>
        <pc:spChg chg="add mod">
          <ac:chgData name="LEEJIWON" userId="S::24511401@hansung.edu::395016e7-fa8d-4094-9a1a-d675cd884d58" providerId="AD" clId="Web-{44B12A28-0CA5-ADDD-5301-F8B01984311F}" dt="2025-07-04T04:16:35.563" v="219" actId="1076"/>
          <ac:spMkLst>
            <pc:docMk/>
            <pc:sldMk cId="3969677681" sldId="288"/>
            <ac:spMk id="22" creationId="{2B5A0BD6-67F7-25AE-7D97-F9CFDB607F9F}"/>
          </ac:spMkLst>
        </pc:spChg>
        <pc:picChg chg="add mod topLvl">
          <ac:chgData name="LEEJIWON" userId="S::24511401@hansung.edu::395016e7-fa8d-4094-9a1a-d675cd884d58" providerId="AD" clId="Web-{44B12A28-0CA5-ADDD-5301-F8B01984311F}" dt="2025-07-04T04:16:44.313" v="226" actId="1076"/>
          <ac:picMkLst>
            <pc:docMk/>
            <pc:sldMk cId="3969677681" sldId="288"/>
            <ac:picMk id="6" creationId="{FE64B9D6-041C-397C-5DC1-0F603E82A532}"/>
          </ac:picMkLst>
        </pc:picChg>
        <pc:picChg chg="mod topLvl">
          <ac:chgData name="LEEJIWON" userId="S::24511401@hansung.edu::395016e7-fa8d-4094-9a1a-d675cd884d58" providerId="AD" clId="Web-{44B12A28-0CA5-ADDD-5301-F8B01984311F}" dt="2025-07-04T04:16:44.204" v="221" actId="1076"/>
          <ac:picMkLst>
            <pc:docMk/>
            <pc:sldMk cId="3969677681" sldId="288"/>
            <ac:picMk id="9" creationId="{42FCF777-9512-93FC-70C8-CB221AE74D61}"/>
          </ac:picMkLst>
        </pc:picChg>
        <pc:picChg chg="mod topLvl">
          <ac:chgData name="LEEJIWON" userId="S::24511401@hansung.edu::395016e7-fa8d-4094-9a1a-d675cd884d58" providerId="AD" clId="Web-{44B12A28-0CA5-ADDD-5301-F8B01984311F}" dt="2025-07-04T04:16:44.219" v="222" actId="1076"/>
          <ac:picMkLst>
            <pc:docMk/>
            <pc:sldMk cId="3969677681" sldId="288"/>
            <ac:picMk id="10" creationId="{0F762014-377D-628F-A36C-2785ED7DA3FF}"/>
          </ac:picMkLst>
        </pc:picChg>
        <pc:picChg chg="mod topLvl">
          <ac:chgData name="LEEJIWON" userId="S::24511401@hansung.edu::395016e7-fa8d-4094-9a1a-d675cd884d58" providerId="AD" clId="Web-{44B12A28-0CA5-ADDD-5301-F8B01984311F}" dt="2025-07-04T04:16:44.266" v="224" actId="1076"/>
          <ac:picMkLst>
            <pc:docMk/>
            <pc:sldMk cId="3969677681" sldId="288"/>
            <ac:picMk id="12" creationId="{D1A5DEEF-A262-5F50-D0A3-5AEE972BBDEB}"/>
          </ac:picMkLst>
        </pc:picChg>
        <pc:picChg chg="mod topLvl">
          <ac:chgData name="LEEJIWON" userId="S::24511401@hansung.edu::395016e7-fa8d-4094-9a1a-d675cd884d58" providerId="AD" clId="Web-{44B12A28-0CA5-ADDD-5301-F8B01984311F}" dt="2025-07-04T04:16:44.282" v="225" actId="1076"/>
          <ac:picMkLst>
            <pc:docMk/>
            <pc:sldMk cId="3969677681" sldId="288"/>
            <ac:picMk id="15" creationId="{BCCB96AD-BAD4-9E08-DE2E-4DF6593C7E47}"/>
          </ac:picMkLst>
        </pc:picChg>
        <pc:picChg chg="mod topLvl modCrop">
          <ac:chgData name="LEEJIWON" userId="S::24511401@hansung.edu::395016e7-fa8d-4094-9a1a-d675cd884d58" providerId="AD" clId="Web-{44B12A28-0CA5-ADDD-5301-F8B01984311F}" dt="2025-07-04T04:16:44.251" v="223" actId="1076"/>
          <ac:picMkLst>
            <pc:docMk/>
            <pc:sldMk cId="3969677681" sldId="288"/>
            <ac:picMk id="23" creationId="{A3153F3E-8624-97AC-0873-E1BC381757B0}"/>
          </ac:picMkLst>
        </pc:picChg>
      </pc:sldChg>
    </pc:docChg>
  </pc:docChgLst>
  <pc:docChgLst>
    <pc:chgData name="LEEJIWON" userId="S::24511401@hansung.edu::395016e7-fa8d-4094-9a1a-d675cd884d58" providerId="AD" clId="Web-{D71F5ABA-3214-2B13-47C0-5961AA24B257}"/>
    <pc:docChg chg="modSld">
      <pc:chgData name="LEEJIWON" userId="S::24511401@hansung.edu::395016e7-fa8d-4094-9a1a-d675cd884d58" providerId="AD" clId="Web-{D71F5ABA-3214-2B13-47C0-5961AA24B257}" dt="2025-07-04T03:28:31.701" v="78" actId="20577"/>
      <pc:docMkLst>
        <pc:docMk/>
      </pc:docMkLst>
      <pc:sldChg chg="addSp delSp modSp">
        <pc:chgData name="LEEJIWON" userId="S::24511401@hansung.edu::395016e7-fa8d-4094-9a1a-d675cd884d58" providerId="AD" clId="Web-{D71F5ABA-3214-2B13-47C0-5961AA24B257}" dt="2025-07-04T03:28:31.701" v="78" actId="20577"/>
        <pc:sldMkLst>
          <pc:docMk/>
          <pc:sldMk cId="1114226841" sldId="268"/>
        </pc:sldMkLst>
        <pc:spChg chg="add del mod">
          <ac:chgData name="LEEJIWON" userId="S::24511401@hansung.edu::395016e7-fa8d-4094-9a1a-d675cd884d58" providerId="AD" clId="Web-{D71F5ABA-3214-2B13-47C0-5961AA24B257}" dt="2025-07-04T03:28:31.701" v="78" actId="20577"/>
          <ac:spMkLst>
            <pc:docMk/>
            <pc:sldMk cId="1114226841" sldId="268"/>
            <ac:spMk id="4" creationId="{E9072CE1-4019-5ADF-0BA1-662BA0A5BF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안녕하십니까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한성대학교에서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김진모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교수님의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지도를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받고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박사과정생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이지원입니다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>
                <a:ea typeface="맑은 고딕"/>
              </a:rPr>
              <a:t>지금부터 대화형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유니티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기반</a:t>
            </a:r>
            <a:r>
              <a:rPr lang="en-US"/>
              <a:t> LLM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발표하겠습니다</a:t>
            </a:r>
            <a:r>
              <a:rPr lang="en-US"/>
              <a:t>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333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발표는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다음과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같은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순서로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진행하겠습니다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63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err="1">
                <a:ea typeface="맑은 고딕"/>
              </a:rPr>
              <a:t>LLM은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최근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컴퓨터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그래픽스와</a:t>
            </a:r>
            <a:r>
              <a:rPr lang="en-US" altLang="ko-KR">
                <a:ea typeface="맑은 고딕"/>
              </a:rPr>
              <a:t> HCI</a:t>
            </a:r>
            <a:r>
              <a:rPr lang="ko-KR" err="1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포함한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다양한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연구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분야에서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활용되고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있습니다</a:t>
            </a:r>
            <a:r>
              <a:rPr lang="en-US" altLang="ko-KR">
                <a:ea typeface="맑은 고딕"/>
              </a:rPr>
              <a:t>.</a:t>
            </a:r>
          </a:p>
          <a:p>
            <a:r>
              <a:rPr lang="ko-KR" altLang="en-US">
                <a:ea typeface="맑은 고딕"/>
              </a:rPr>
              <a:t>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중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하나로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사람의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외형을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갖춘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챗봇을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탑재하여</a:t>
            </a:r>
            <a:r>
              <a:rPr lang="en-US"/>
              <a:t> LLM</a:t>
            </a:r>
            <a:r>
              <a:rPr lang="ko-KR" altLang="en-US">
                <a:ea typeface="맑은 고딕"/>
              </a:rPr>
              <a:t>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능력과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함께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표정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말투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제스처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등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인간과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유사한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특성을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보이는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대화형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캐릭터인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에이전트에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관한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있습니다</a:t>
            </a:r>
            <a:r>
              <a:rPr lang="en-US"/>
              <a:t>.</a:t>
            </a:r>
            <a:endParaRPr lang="en-US" alt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이러한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에이전트는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가상현실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또는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증강현실과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같이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높은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몰입감을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제공하는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확장현실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환경에서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더욱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사실적으로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표현되어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다양한</a:t>
            </a:r>
            <a:r>
              <a:rPr lang="en-US" altLang="ko-KR">
                <a:ea typeface="맑은 고딕"/>
              </a:rPr>
              <a:t> </a:t>
            </a:r>
            <a:r>
              <a:rPr lang="ko-KR" altLang="en-US">
                <a:ea typeface="맑은 고딕"/>
              </a:rPr>
              <a:t>연구에 적용되고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있습니다.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05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하지만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에이전트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개발은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탑재되어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두뇌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역할을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하는</a:t>
            </a:r>
            <a:r>
              <a:rPr lang="en-US"/>
              <a:t> LLM</a:t>
            </a:r>
            <a:r>
              <a:rPr lang="ko-KR" altLang="en-US">
                <a:ea typeface="맑은 고딕"/>
              </a:rPr>
              <a:t>과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표정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자연스러운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동작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애니메이션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등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사실적인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그래픽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요소가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고려되어야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하며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사용자의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행동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시선과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같은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비언어적인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상호작용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요소를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인지하고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반응하기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위한</a:t>
            </a:r>
            <a:r>
              <a:rPr lang="en-US"/>
              <a:t> HMD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센서를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활용한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필요합니다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728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이를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연구에서는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구축하기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유니티를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활용하였습니다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>
                <a:ea typeface="맑은 고딕"/>
              </a:rPr>
              <a:t>유니티는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물리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애니메이션과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실시간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렌더링을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지원하는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게임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엔진이며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몰입형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플랫폼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위한</a:t>
            </a:r>
            <a:r>
              <a:rPr lang="en-US"/>
              <a:t> XR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도구를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제공하고</a:t>
            </a:r>
          </a:p>
          <a:p>
            <a:r>
              <a:rPr lang="ko-KR" altLang="en-US">
                <a:ea typeface="맑은 고딕"/>
              </a:rPr>
              <a:t>또한 LLM 개발 도구로, </a:t>
            </a:r>
            <a:r>
              <a:rPr lang="ko-KR" altLang="en-US" err="1">
                <a:ea typeface="맑은 고딕"/>
              </a:rPr>
              <a:t>Sentis에서</a:t>
            </a:r>
            <a:r>
              <a:rPr lang="ko-KR" altLang="en-US">
                <a:ea typeface="맑은 고딕"/>
              </a:rPr>
              <a:t> 이름이 변경된 </a:t>
            </a:r>
            <a:r>
              <a:rPr lang="ko-KR" altLang="en-US" err="1">
                <a:ea typeface="맑은 고딕"/>
              </a:rPr>
              <a:t>Inference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Engine은</a:t>
            </a:r>
            <a:r>
              <a:rPr lang="ko-KR" altLang="en-US">
                <a:ea typeface="맑은 고딕"/>
              </a:rPr>
              <a:t> 유니티에서 제공하는 기계학습을 위한 라이브러리로 오픈소스 LLM 모델을 사용할 수 있습니다.</a:t>
            </a:r>
          </a:p>
          <a:p>
            <a:r>
              <a:rPr lang="ko-KR" altLang="en-US">
                <a:ea typeface="맑은 고딕"/>
              </a:rPr>
              <a:t>반면 오픈소스가 아닌 </a:t>
            </a:r>
            <a:r>
              <a:rPr lang="ko-KR">
                <a:ea typeface="맑은 고딕"/>
              </a:rPr>
              <a:t>클라우드 기반 </a:t>
            </a:r>
            <a:r>
              <a:rPr lang="ko-KR" err="1">
                <a:ea typeface="맑은 고딕"/>
              </a:rPr>
              <a:t>LLM</a:t>
            </a:r>
            <a:r>
              <a:rPr lang="ko-KR" altLang="en-US" err="1">
                <a:ea typeface="맑은 고딕"/>
              </a:rPr>
              <a:t>인</a:t>
            </a:r>
            <a:r>
              <a:rPr lang="ko-KR" altLang="en-US">
                <a:ea typeface="맑은 고딕"/>
              </a:rPr>
              <a:t> </a:t>
            </a:r>
            <a:r>
              <a:rPr lang="ko-KR" altLang="en-US" err="1">
                <a:ea typeface="맑은 고딕"/>
              </a:rPr>
              <a:t>OpenAI의</a:t>
            </a:r>
            <a:r>
              <a:rPr lang="ko-KR" altLang="en-US">
                <a:ea typeface="맑은 고딕"/>
              </a:rPr>
              <a:t> 모델을 사용하기 위해 .NET 플랫폼을 사용하여 </a:t>
            </a:r>
            <a:r>
              <a:rPr lang="ko-KR" altLang="en-US" err="1">
                <a:ea typeface="맑은 고딕"/>
              </a:rPr>
              <a:t>OpenAI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API를</a:t>
            </a:r>
            <a:r>
              <a:rPr lang="ko-KR" altLang="en-US">
                <a:ea typeface="맑은 고딕"/>
              </a:rPr>
              <a:t> 연동할 수 있습니다.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900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CCE89-107B-5AC8-A032-EC973022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D768B-3671-02B4-B054-94D5A10E0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457EB-DF9B-F385-A62B-44A91FC25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따라서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연구는 </a:t>
            </a:r>
            <a:r>
              <a:rPr lang="ko-KR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에이전트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개발을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위해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필요한</a:t>
            </a:r>
            <a:r>
              <a:rPr lang="en-US" altLang="ko-KR">
                <a:ea typeface="맑은 고딕"/>
              </a:rPr>
              <a:t> LLM</a:t>
            </a:r>
            <a:r>
              <a:rPr lang="ko-KR">
                <a:ea typeface="맑은 고딕"/>
              </a:rPr>
              <a:t>과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아바타</a:t>
            </a:r>
            <a:r>
              <a:rPr lang="en-US" altLang="ko-KR">
                <a:ea typeface="맑은 고딕"/>
              </a:rPr>
              <a:t>, </a:t>
            </a:r>
            <a:r>
              <a:rPr lang="ko-KR">
                <a:ea typeface="맑은 고딕"/>
              </a:rPr>
              <a:t>그리고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몰입형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환경의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사용자를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고려한 유니티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기반의,</a:t>
            </a:r>
            <a:endParaRPr lang="en-US" altLang="ko-KR"/>
          </a:p>
          <a:p>
            <a:r>
              <a:rPr lang="en-US"/>
              <a:t>LLM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구축하기 위해 </a:t>
            </a:r>
            <a:r>
              <a:rPr lang="en-US" altLang="ko-KR">
                <a:ea typeface="맑은 고딕"/>
              </a:rPr>
              <a:t>Inference Engine</a:t>
            </a:r>
            <a:r>
              <a:rPr lang="ko-KR">
                <a:ea typeface="맑은 고딕"/>
              </a:rPr>
              <a:t>과</a:t>
            </a:r>
            <a:r>
              <a:rPr lang="en-US" altLang="ko-KR">
                <a:ea typeface="맑은 고딕"/>
              </a:rPr>
              <a:t> OpenAI API</a:t>
            </a:r>
            <a:r>
              <a:rPr lang="ko-KR" err="1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활용하고</a:t>
            </a:r>
            <a:r>
              <a:rPr lang="en-US" altLang="ko-KR">
                <a:ea typeface="맑은 고딕"/>
              </a:rPr>
              <a:t>,</a:t>
            </a:r>
            <a:r>
              <a:rPr lang="ko-KR" altLang="en-US">
                <a:ea typeface="맑은 고딕"/>
              </a:rPr>
              <a:t> </a:t>
            </a:r>
            <a:endParaRPr lang="en-US" alt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환경에서</a:t>
            </a:r>
            <a:r>
              <a:rPr lang="en-US"/>
              <a:t> LLM</a:t>
            </a:r>
            <a:r>
              <a:rPr lang="ko-KR" altLang="en-US">
                <a:ea typeface="맑은 고딕"/>
              </a:rPr>
              <a:t>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탑재한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대화형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구현하여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과정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특징을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분석하는 것을 목표로 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0D401-A593-4920-038A-A9415B42A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642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먼저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en-US"/>
              <a:t>Inference Engine</a:t>
            </a:r>
            <a:r>
              <a:rPr lang="ko-KR" altLang="en-US">
                <a:ea typeface="맑은 고딕"/>
              </a:rPr>
              <a:t>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로컬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환경에서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학습된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기계학습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런타임으로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실행할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있으며</a:t>
            </a:r>
            <a:r>
              <a:rPr lang="en-US"/>
              <a:t>, Unity 6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버전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이상에서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패키지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매니저를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설치할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있습니다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0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CDE7-BC2F-E141-58BD-5F908967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68B8D-2877-E99B-49F5-B034312CA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5B3A6-1ABA-1A1D-F910-69EBDAD1F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맑은 고딕"/>
              </a:rPr>
              <a:t>Inference Engine</a:t>
            </a:r>
            <a:r>
              <a:rPr lang="ko-KR" altLang="en-US">
                <a:ea typeface="맑은 고딕"/>
              </a:rPr>
              <a:t>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작업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과정은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다음과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같은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단계로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나타납니다</a:t>
            </a:r>
            <a:r>
              <a:rPr lang="en-US">
                <a:ea typeface="맑은 고딕"/>
              </a:rPr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F26E-94CC-AAD2-D095-0A43CD76D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43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681D5-885C-796C-7B39-77BD9F33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9C4BC-DB4C-E6D3-3EE3-0349C98AC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53F72-EEBD-4C9C-579F-DD90DC7F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먼저</a:t>
            </a:r>
            <a:r>
              <a:rPr lang="en-US"/>
              <a:t>, C#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스크립트에서</a:t>
            </a:r>
            <a:r>
              <a:rPr lang="en-US"/>
              <a:t> Unity.InferenceEngine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네임스페이스를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</a:t>
            </a:r>
            <a:r>
              <a:rPr lang="en-US"/>
              <a:t> Open Neural Network Exchange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형식인</a:t>
            </a:r>
            <a:r>
              <a:rPr lang="en-US"/>
              <a:t> ONNX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파일의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신경망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불러옵니다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6237-F654-3D69-B388-AE899D318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827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B6D9-2D38-483D-BD9B-37546E96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98442-D7AD-7D44-BD9D-36E0BC3F7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B3211-A81E-4830-7D01-A821F6849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그리고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입력인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배열이나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텍스처를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텐서로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생성하고</a:t>
            </a:r>
            <a:r>
              <a:rPr lang="en-US"/>
              <a:t>, Worker</a:t>
            </a:r>
            <a:r>
              <a:rPr lang="ko-KR" altLang="en-US">
                <a:ea typeface="맑은 고딕"/>
              </a:rPr>
              <a:t>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정의된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추론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엔진을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생성하는데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이때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실행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메모리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/>
              <a:t> CPU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혹은</a:t>
            </a:r>
            <a:r>
              <a:rPr lang="en-US"/>
              <a:t> GPU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중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하나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선택해서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설정하게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됩니다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1AA08-EE39-F4F4-9BA1-34F7ADF4D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902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2855-62B5-2C14-96F8-FD179B1C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2C19EA-EC90-7ACB-7800-0012B837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35480-5AB7-A699-D104-368801B54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다음으로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정의된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워커를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텐서로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변환했던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입력과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함께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불러온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실행하고</a:t>
            </a:r>
          </a:p>
          <a:p>
            <a:r>
              <a:rPr lang="ko-KR" altLang="en-US">
                <a:ea typeface="맑은 고딕"/>
              </a:rPr>
              <a:t>최종적으로, 추론 결과를 계산하여 결과를 추출하게 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7DE0F-6D22-EF8A-274C-84CCB7E8F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42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C0E0-3BF4-D244-AC60-109AAE57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90809-1674-C404-9F4B-93AC0BA07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5D58B-A250-9D8F-530D-D6DB39E41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다음으로</a:t>
            </a:r>
            <a:r>
              <a:rPr lang="en-US"/>
              <a:t> OpenAI API</a:t>
            </a:r>
            <a:r>
              <a:rPr lang="ko-KR" altLang="en-US">
                <a:ea typeface="맑은 고딕"/>
              </a:rPr>
              <a:t>는</a:t>
            </a:r>
            <a:r>
              <a:rPr lang="en-US"/>
              <a:t> RESTful API</a:t>
            </a:r>
            <a:r>
              <a:rPr lang="ko-KR" altLang="en-US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통해</a:t>
            </a:r>
            <a:r>
              <a:rPr lang="en-US"/>
              <a:t>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서버에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접근할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외부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라이브러리를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구축하였습니다</a:t>
            </a:r>
            <a:r>
              <a:rPr lang="en-US"/>
              <a:t>.</a:t>
            </a:r>
          </a:p>
          <a:p>
            <a:r>
              <a:rPr lang="en-US"/>
              <a:t>OpenAI API</a:t>
            </a:r>
            <a:r>
              <a:rPr lang="ko-KR" altLang="en-US">
                <a:ea typeface="맑은 고딕"/>
              </a:rPr>
              <a:t>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서버</a:t>
            </a:r>
            <a:r>
              <a:rPr lang="en-US"/>
              <a:t>-</a:t>
            </a:r>
            <a:r>
              <a:rPr lang="ko-KR" altLang="en-US">
                <a:ea typeface="맑은 고딕"/>
              </a:rPr>
              <a:t>클라이언트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구조의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실행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동작하며</a:t>
            </a:r>
            <a:r>
              <a:rPr lang="en-US"/>
              <a:t>, OpenAI</a:t>
            </a:r>
            <a:r>
              <a:rPr lang="ko-KR" altLang="en-US">
                <a:ea typeface="맑은 고딕"/>
              </a:rPr>
              <a:t>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제공하는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기능을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있습니다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>
                <a:ea typeface="맑은 고딕"/>
              </a:rPr>
              <a:t>마찬가지로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패키지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매니저를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설치하였으며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다만</a:t>
            </a:r>
            <a:r>
              <a:rPr lang="en-US"/>
              <a:t>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서버에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접근하기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/>
              <a:t>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계정과</a:t>
            </a:r>
            <a:r>
              <a:rPr lang="en-US"/>
              <a:t> API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키를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설정해야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합니다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64727-BA04-229E-A5E2-4E0F4A673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099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7FDE-4F43-64C9-3458-DD0072CD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3D85A-63FB-D1C5-DA16-C3B9494D3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51554-797B-20BC-E5D1-AA5AFA28F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맑은 고딕"/>
              </a:rPr>
              <a:t>OpenAI API</a:t>
            </a:r>
            <a:r>
              <a:rPr lang="ko-KR" altLang="en-US">
                <a:ea typeface="맑은 고딕"/>
              </a:rPr>
              <a:t>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작업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과정은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단계로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나타납니다</a:t>
            </a:r>
            <a:r>
              <a:rPr lang="en-US">
                <a:ea typeface="맑은 고딕"/>
              </a:rPr>
              <a:t>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E5BD6-36F8-1EBE-48B8-CD2DD6B60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482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1211F-16A2-47AA-E806-82648BBC7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66599-0242-AAF6-36BD-C831C182A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D52F7-320C-5351-2BE0-F639A33AB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마찬가지로</a:t>
            </a:r>
            <a:r>
              <a:rPr lang="en-US" altLang="ko-KR">
                <a:ea typeface="맑은 고딕"/>
              </a:rPr>
              <a:t> </a:t>
            </a:r>
            <a:r>
              <a:rPr lang="en-US"/>
              <a:t>C#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스크립트에서</a:t>
            </a:r>
            <a:r>
              <a:rPr lang="en-US"/>
              <a:t>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네임스페이스를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</a:t>
            </a:r>
            <a:r>
              <a:rPr lang="en-US"/>
              <a:t>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클라이언트를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정의합니다. </a:t>
            </a:r>
            <a:r>
              <a:rPr lang="ko-KR" altLang="en-US" strike="sngStrike">
                <a:ea typeface="맑은 고딕"/>
              </a:rPr>
              <a:t>하여</a:t>
            </a:r>
            <a:r>
              <a:rPr lang="en-US" strike="sngStrike"/>
              <a:t> OpenAI</a:t>
            </a:r>
            <a:r>
              <a:rPr lang="ko-KR" altLang="en-US" strike="sngStrike">
                <a:ea typeface="맑은 고딕"/>
              </a:rPr>
              <a:t>의</a:t>
            </a:r>
            <a:r>
              <a:rPr lang="en-US" altLang="ko-KR" strike="sngStrike">
                <a:ea typeface="맑은 고딕"/>
              </a:rPr>
              <a:t> </a:t>
            </a:r>
            <a:r>
              <a:rPr lang="ko-KR" altLang="en-US" strike="sngStrike">
                <a:ea typeface="맑은 고딕"/>
              </a:rPr>
              <a:t>모델과</a:t>
            </a:r>
            <a:r>
              <a:rPr lang="en-US" altLang="ko-KR" strike="sngStrike">
                <a:ea typeface="맑은 고딕"/>
              </a:rPr>
              <a:t> </a:t>
            </a:r>
            <a:r>
              <a:rPr lang="ko-KR" altLang="en-US" strike="sngStrike">
                <a:ea typeface="맑은 고딕"/>
              </a:rPr>
              <a:t>기능을</a:t>
            </a:r>
            <a:r>
              <a:rPr lang="en-US" altLang="ko-KR" strike="sngStrike">
                <a:ea typeface="맑은 고딕"/>
              </a:rPr>
              <a:t> </a:t>
            </a:r>
            <a:r>
              <a:rPr lang="ko-KR" altLang="en-US" strike="sngStrike">
                <a:ea typeface="맑은 고딕"/>
              </a:rPr>
              <a:t>사용할</a:t>
            </a:r>
            <a:r>
              <a:rPr lang="en-US" altLang="ko-KR" strike="sngStrike">
                <a:ea typeface="맑은 고딕"/>
              </a:rPr>
              <a:t> </a:t>
            </a:r>
            <a:r>
              <a:rPr lang="ko-KR" altLang="en-US" strike="sngStrike">
                <a:ea typeface="맑은 고딕"/>
              </a:rPr>
              <a:t>수</a:t>
            </a:r>
            <a:r>
              <a:rPr lang="en-US" altLang="ko-KR" strike="sngStrike">
                <a:ea typeface="맑은 고딕"/>
              </a:rPr>
              <a:t> </a:t>
            </a:r>
            <a:r>
              <a:rPr lang="ko-KR" altLang="en-US" strike="sngStrike">
                <a:ea typeface="맑은 고딕"/>
              </a:rPr>
              <a:t>있습니다</a:t>
            </a:r>
            <a:r>
              <a:rPr lang="en-US" strike="sngStrike"/>
              <a:t>.</a:t>
            </a:r>
            <a:endParaRPr lang="en-US" altLang="ko-KR" strike="sngStrike">
              <a:ea typeface="맑은 고딕"/>
            </a:endParaRPr>
          </a:p>
          <a:p>
            <a:r>
              <a:rPr lang="ko-KR" altLang="en-US">
                <a:ea typeface="맑은 고딕"/>
              </a:rPr>
              <a:t>이때</a:t>
            </a:r>
            <a:r>
              <a:rPr lang="en-US"/>
              <a:t>, OpenAI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계정으로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생성한</a:t>
            </a:r>
            <a:r>
              <a:rPr lang="en-US"/>
              <a:t> API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키가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필수적으로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요구됩니다</a:t>
            </a:r>
            <a:r>
              <a:rPr lang="en-US"/>
              <a:t>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72ECD-BEF8-108A-3990-D33B72C30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893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3086E-1252-BADB-A661-A3639C87D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C9CA1-7499-9113-E598-1C1C3B939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76315-8153-F6C8-3BD0-04A65DC61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정의된</a:t>
            </a:r>
            <a:r>
              <a:rPr lang="en-US"/>
              <a:t> OpenAI </a:t>
            </a:r>
            <a:r>
              <a:rPr lang="ko-KR" altLang="en-US">
                <a:ea typeface="맑은 고딕"/>
              </a:rPr>
              <a:t>클라이언트를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통해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다양한</a:t>
            </a:r>
            <a:r>
              <a:rPr lang="en-US"/>
              <a:t> </a:t>
            </a:r>
            <a:r>
              <a:rPr lang="ko-KR" altLang="en-US" err="1">
                <a:ea typeface="맑은 고딕"/>
              </a:rPr>
              <a:t>엔드포인트를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접근할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있습니다</a:t>
            </a:r>
            <a:r>
              <a:rPr lang="en-US"/>
              <a:t>.</a:t>
            </a:r>
          </a:p>
          <a:p>
            <a:r>
              <a:rPr lang="ko-KR" altLang="en-US">
                <a:ea typeface="맑은 고딕"/>
              </a:rPr>
              <a:t>각</a:t>
            </a:r>
            <a:r>
              <a:rPr lang="en-US"/>
              <a:t> </a:t>
            </a:r>
            <a:r>
              <a:rPr lang="ko-KR" altLang="en-US" err="1">
                <a:ea typeface="맑은 고딕"/>
              </a:rPr>
              <a:t>엔드포인트는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입력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데이터를</a:t>
            </a:r>
            <a:r>
              <a:rPr lang="en-US"/>
              <a:t> JSON </a:t>
            </a:r>
            <a:r>
              <a:rPr lang="ko-KR" altLang="en-US">
                <a:ea typeface="맑은 고딕"/>
              </a:rPr>
              <a:t>형식으로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변환하여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서버에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전달하고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서버에서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전송된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결과를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반환하는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역할을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수행합니다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543ED-8760-5D2C-83A5-655FE3702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097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4501B-34D5-9C95-E529-FF8189B5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0AE19-B6BB-002B-04D6-950B59084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8A466-8EE4-AF02-658A-171109057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두</a:t>
            </a:r>
            <a:r>
              <a:rPr lang="en-US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비교</a:t>
            </a:r>
            <a:r>
              <a:rPr lang="en-US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분석하기</a:t>
            </a:r>
            <a:r>
              <a:rPr lang="en-US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 altLang="ko-KR">
                <a:ea typeface="맑은 고딕"/>
              </a:rPr>
              <a:t>, </a:t>
            </a:r>
            <a:r>
              <a:rPr lang="en-US" err="1"/>
              <a:t>사용자가</a:t>
            </a:r>
            <a:r>
              <a:rPr lang="en-US"/>
              <a:t> </a:t>
            </a:r>
            <a:r>
              <a:rPr lang="en-US" err="1"/>
              <a:t>작성한</a:t>
            </a:r>
            <a:r>
              <a:rPr lang="en-US"/>
              <a:t> </a:t>
            </a:r>
            <a:r>
              <a:rPr lang="en-US" err="1"/>
              <a:t>텍스트</a:t>
            </a:r>
            <a:r>
              <a:rPr lang="en-US"/>
              <a:t> </a:t>
            </a:r>
            <a:r>
              <a:rPr lang="en-US" err="1"/>
              <a:t>프롬프트를</a:t>
            </a:r>
            <a:r>
              <a:rPr lang="en-US"/>
              <a:t> </a:t>
            </a:r>
            <a:r>
              <a:rPr lang="en-US" err="1"/>
              <a:t>입력으로</a:t>
            </a:r>
            <a:r>
              <a:rPr lang="en-US"/>
              <a:t> </a:t>
            </a:r>
            <a:r>
              <a:rPr lang="en-US" err="1"/>
              <a:t>하여</a:t>
            </a:r>
            <a:r>
              <a:rPr lang="en-US"/>
              <a:t> </a:t>
            </a:r>
            <a:r>
              <a:rPr lang="en-US" err="1"/>
              <a:t>추론</a:t>
            </a:r>
            <a:r>
              <a:rPr lang="en-US"/>
              <a:t> </a:t>
            </a:r>
            <a:r>
              <a:rPr lang="en-US" err="1"/>
              <a:t>결과인</a:t>
            </a:r>
            <a:r>
              <a:rPr lang="en-US"/>
              <a:t> </a:t>
            </a:r>
            <a:r>
              <a:rPr lang="en-US" err="1"/>
              <a:t>응답</a:t>
            </a:r>
            <a:r>
              <a:rPr lang="en-US"/>
              <a:t> </a:t>
            </a:r>
            <a:r>
              <a:rPr lang="en-US" err="1"/>
              <a:t>프롬프트를</a:t>
            </a:r>
            <a:r>
              <a:rPr lang="en-US"/>
              <a:t> </a:t>
            </a:r>
            <a:r>
              <a:rPr lang="en-US" err="1"/>
              <a:t>텍스트로</a:t>
            </a:r>
            <a:r>
              <a:rPr lang="en-US"/>
              <a:t> </a:t>
            </a:r>
            <a:r>
              <a:rPr lang="en-US" err="1"/>
              <a:t>출력하는</a:t>
            </a:r>
            <a:r>
              <a:rPr lang="en-US"/>
              <a:t> </a:t>
            </a:r>
            <a:r>
              <a:rPr lang="en-US" err="1"/>
              <a:t>과정을</a:t>
            </a:r>
            <a:r>
              <a:rPr lang="en-US"/>
              <a:t> </a:t>
            </a:r>
            <a:r>
              <a:rPr lang="en-US" err="1"/>
              <a:t>반복해서</a:t>
            </a:r>
            <a:r>
              <a:rPr lang="en-US"/>
              <a:t> </a:t>
            </a:r>
            <a:r>
              <a:rPr lang="en-US" err="1"/>
              <a:t>대화를</a:t>
            </a:r>
            <a:r>
              <a:rPr lang="en-US"/>
              <a:t> </a:t>
            </a:r>
            <a:r>
              <a:rPr lang="en-US" err="1"/>
              <a:t>진행하는</a:t>
            </a:r>
            <a:r>
              <a:rPr lang="en-US"/>
              <a:t> </a:t>
            </a:r>
            <a:r>
              <a:rPr lang="en-US" err="1"/>
              <a:t>콘텐츠를</a:t>
            </a:r>
            <a:r>
              <a:rPr lang="en-US"/>
              <a:t> </a:t>
            </a:r>
            <a:r>
              <a:rPr lang="en-US" err="1"/>
              <a:t>구현하였습니다</a:t>
            </a:r>
            <a:r>
              <a:rPr lang="en-US"/>
              <a:t>.</a:t>
            </a:r>
          </a:p>
          <a:p>
            <a:r>
              <a:rPr lang="en-US" altLang="ko-KR">
                <a:ea typeface="맑은 고딕"/>
              </a:rPr>
              <a:t>각 </a:t>
            </a:r>
            <a:r>
              <a:rPr lang="en-US" altLang="ko-KR" err="1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환경에서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동일한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아바타와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UI로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구성된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장면을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설계하고</a:t>
            </a:r>
            <a:r>
              <a:rPr lang="en-US" altLang="ko-KR">
                <a:ea typeface="맑은 고딕"/>
              </a:rPr>
              <a:t>, </a:t>
            </a:r>
            <a:r>
              <a:rPr lang="en-US" altLang="ko-KR" err="1">
                <a:ea typeface="맑은 고딕"/>
              </a:rPr>
              <a:t>LLM의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역할과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지시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사항을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정의하는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시스템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프롬프트와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사용자의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입력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프롬프트를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동일한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내용으로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적용하였습니다</a:t>
            </a:r>
            <a:r>
              <a:rPr lang="en-US" altLang="ko-KR">
                <a:ea typeface="맑은 고딕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FDC87-E347-E48A-C1AC-03636552E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7280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C87C-DBF2-ADA7-5863-1C010735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1EB05-C405-413F-F2A8-249C2683C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A66A6-0D3F-9B4F-E6A2-A349007BB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먼저</a:t>
            </a:r>
            <a:r>
              <a:rPr lang="en-US" altLang="ko-KR">
                <a:ea typeface="맑은 고딕"/>
              </a:rPr>
              <a:t>, Inference Engine은 </a:t>
            </a:r>
            <a:r>
              <a:rPr lang="en-US"/>
              <a:t>다음과 같은 설정으로</a:t>
            </a:r>
            <a:r>
              <a:rPr lang="en-US" altLang="ko-KR">
                <a:ea typeface="맑은 고딕"/>
              </a:rPr>
              <a:t> 개발 환경을 구축했으며,</a:t>
            </a:r>
          </a:p>
          <a:p>
            <a:r>
              <a:rPr lang="en-US" altLang="ko-KR">
                <a:ea typeface="맑은 고딕"/>
              </a:rPr>
              <a:t>Phi-3.5-mini-instruct 모델을 사용하여 실행 환경을 GPU </a:t>
            </a:r>
            <a:r>
              <a:rPr lang="ko-KR" altLang="ko-KR">
                <a:ea typeface="맑은 고딕"/>
              </a:rPr>
              <a:t>메모리로 설정하고,</a:t>
            </a:r>
            <a:endParaRPr lang="en-US" altLang="ko-KR"/>
          </a:p>
          <a:p>
            <a:r>
              <a:rPr lang="en-US"/>
              <a:t>PC</a:t>
            </a:r>
            <a:r>
              <a:rPr lang="ko-KR" altLang="en-US">
                <a:ea typeface="맑은 고딕"/>
              </a:rPr>
              <a:t>와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노트북 </a:t>
            </a:r>
            <a:r>
              <a:rPr lang="ko-KR" altLang="ko-KR">
                <a:ea typeface="맑은 고딕"/>
              </a:rPr>
              <a:t>두 개의 다른 그래픽 카드 환경에서 동일한 실험을 수행하였습니다.</a:t>
            </a:r>
            <a:endParaRPr lang="en-US" altLang="ko-KR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49D8-D236-3D69-A437-7932BC1B4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183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67D7-8019-0C87-8418-C9C44B63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62AD4-A41B-6E62-055C-8DC794F11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10948-C0D7-FCDF-5AF3-ADC8F66B2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 다양한 주제를 이용한 간단한 대화가 가능했으며,</a:t>
            </a:r>
          </a:p>
          <a:p>
            <a:r>
              <a:rPr lang="ko-KR" altLang="en-US">
                <a:ea typeface="맑은 고딕"/>
              </a:rPr>
              <a:t>"Hello!"라는 사용자의 입력이 주어졌을 때 해당 입력과 함께 모델이 실행되고 응답을 생성하기까지 걸린 시간을 </a:t>
            </a:r>
            <a:r>
              <a:rPr lang="ko-KR">
                <a:ea typeface="맑은 고딕"/>
              </a:rPr>
              <a:t>측정한 결과,</a:t>
            </a:r>
          </a:p>
          <a:p>
            <a:r>
              <a:rPr lang="en-US" altLang="ko-KR" err="1">
                <a:ea typeface="맑은 고딕"/>
              </a:rPr>
              <a:t>PC에서</a:t>
            </a:r>
            <a:r>
              <a:rPr lang="en-US" altLang="ko-KR">
                <a:ea typeface="맑은 고딕"/>
              </a:rPr>
              <a:t> </a:t>
            </a:r>
            <a:r>
              <a:rPr lang="en-US"/>
              <a:t>10,809ms</a:t>
            </a:r>
            <a:r>
              <a:rPr lang="en-US" altLang="ko-KR">
                <a:ea typeface="맑은 고딕"/>
              </a:rPr>
              <a:t>, </a:t>
            </a:r>
            <a:r>
              <a:rPr lang="en-US" altLang="ko-KR" err="1">
                <a:ea typeface="맑은 고딕"/>
              </a:rPr>
              <a:t>노트북에서</a:t>
            </a:r>
            <a:r>
              <a:rPr lang="en-US" altLang="ko-KR">
                <a:ea typeface="맑은 고딕"/>
              </a:rPr>
              <a:t> </a:t>
            </a:r>
            <a:r>
              <a:rPr lang="en-US"/>
              <a:t>13,358ms</a:t>
            </a:r>
            <a:r>
              <a:rPr lang="ko-KR" altLang="en-US" err="1">
                <a:ea typeface="맑은 고딕"/>
              </a:rPr>
              <a:t>으로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측정되었습니다.</a:t>
            </a:r>
            <a:endParaRPr 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이는 그래픽 카드의 성능 차이로 인해 </a:t>
            </a:r>
            <a:r>
              <a:rPr lang="ko-KR" altLang="en-US" err="1">
                <a:ea typeface="맑은 고딕"/>
              </a:rPr>
              <a:t>PC보다</a:t>
            </a:r>
            <a:r>
              <a:rPr lang="ko-KR" altLang="en-US">
                <a:ea typeface="맑은 고딕"/>
              </a:rPr>
              <a:t> 노트북 환경에서 더 긴 시간이 걸린 것을 확인할 수 있었습니다.</a:t>
            </a:r>
            <a:endParaRPr lang="ko-KR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C2F2-1B6C-7856-1FA5-0DD519E63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654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80A3-2533-2E2E-F1C0-F8FAAFEDF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0AA31-77A0-5B57-E717-1B9DEB845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268FA-4182-E78C-1E20-6DDAE7DE1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다음으로, OpenAI API는 이러한</a:t>
            </a:r>
            <a:r>
              <a:rPr lang="en-US" altLang="ko-KR">
                <a:ea typeface="맑은 고딕"/>
              </a:rPr>
              <a:t> </a:t>
            </a:r>
            <a:r>
              <a:rPr lang="ko-KR" altLang="ko-KR">
                <a:ea typeface="맑은 고딕"/>
              </a:rPr>
              <a:t>설정으로</a:t>
            </a:r>
            <a:r>
              <a:rPr lang="en-US" altLang="ko-KR">
                <a:ea typeface="맑은 고딕"/>
              </a:rPr>
              <a:t> 개발 환경을 구축했으며,</a:t>
            </a:r>
            <a:endParaRPr lang="en-US"/>
          </a:p>
          <a:p>
            <a:r>
              <a:rPr lang="en-US"/>
              <a:t>GPT-4o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모델을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 대화를 진행하였고, 앞선 실험 환경과 달리</a:t>
            </a:r>
            <a:endParaRPr lang="en-US" alt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서버-클라이언트 실행 환경의 특성을 확인하기 위해</a:t>
            </a:r>
            <a:endParaRPr lang="en-US" alt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유선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무선으로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연결된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각기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다른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네트워크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환경에서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동일한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실험을</a:t>
            </a:r>
            <a:r>
              <a:rPr lang="en-US" altLang="ko-KR">
                <a:ea typeface="맑은 고딕"/>
              </a:rPr>
              <a:t> </a:t>
            </a:r>
            <a:r>
              <a:rPr lang="ko-KR" altLang="en-US">
                <a:ea typeface="맑은 고딕"/>
              </a:rPr>
              <a:t>수행하였습니다</a:t>
            </a:r>
            <a:r>
              <a:rPr lang="en-US"/>
              <a:t>.</a:t>
            </a:r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74B0-5ADE-4B2D-F9F0-4BA2D965B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995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CC89-1502-8D37-0CCC-31ECA26C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6390A-09F6-AAC5-0D5D-A3ED21EAA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FA541-5DAD-DF4C-F140-BB658DE27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결과, 앞선 실험과 동일한 사용자 입력인 "Hello!"라는 입력에 따른 모델의 응답 생성 속도는</a:t>
            </a:r>
            <a:endParaRPr lang="en-US" altLang="ko-KR">
              <a:ea typeface="맑은 고딕"/>
            </a:endParaRPr>
          </a:p>
          <a:p>
            <a:r>
              <a:rPr lang="en-US" altLang="ko-KR">
                <a:ea typeface="맑은 고딕"/>
              </a:rPr>
              <a:t>913ms</a:t>
            </a:r>
            <a:r>
              <a:rPr lang="ko-KR" altLang="en-US">
                <a:ea typeface="맑은 고딕"/>
              </a:rPr>
              <a:t>가 걸린 </a:t>
            </a:r>
            <a:r>
              <a:rPr lang="en-US" altLang="ko-KR">
                <a:ea typeface="맑은 고딕"/>
              </a:rPr>
              <a:t>PC</a:t>
            </a:r>
            <a:r>
              <a:rPr lang="ko-KR">
                <a:ea typeface="맑은 고딕"/>
              </a:rPr>
              <a:t>, </a:t>
            </a:r>
            <a:r>
              <a:rPr lang="en-US" altLang="ko-KR">
                <a:ea typeface="맑은 고딕"/>
              </a:rPr>
              <a:t>990ms가 </a:t>
            </a:r>
            <a:r>
              <a:rPr lang="en-US" altLang="ko-KR" err="1">
                <a:ea typeface="맑은 고딕"/>
              </a:rPr>
              <a:t>걸린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유선 네트워크 연결 노트북, 그리고 </a:t>
            </a:r>
            <a:r>
              <a:rPr lang="en-US" altLang="ko-KR">
                <a:ea typeface="맑은 고딕"/>
              </a:rPr>
              <a:t>1,498ms로 </a:t>
            </a:r>
            <a:r>
              <a:rPr lang="en-US" altLang="ko-KR" err="1">
                <a:ea typeface="맑은 고딕"/>
              </a:rPr>
              <a:t>측정된</a:t>
            </a:r>
            <a:r>
              <a:rPr lang="en-US" altLang="ko-KR">
                <a:ea typeface="맑은 고딕"/>
              </a:rPr>
              <a:t> </a:t>
            </a:r>
            <a:r>
              <a:rPr lang="ko-KR">
                <a:ea typeface="맑은 고딕"/>
              </a:rPr>
              <a:t>무선 네트워크 연결 노트북 순으로 빠른 경향을 </a:t>
            </a:r>
            <a:r>
              <a:rPr lang="ko-KR" altLang="en-US">
                <a:ea typeface="맑은 고딕"/>
              </a:rPr>
              <a:t>보였습니다.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D35EA-9FA3-F725-635A-E291A8EEA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08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B2870-2B71-4C50-7ECD-2325C745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C05A9-7C75-62AB-659D-D756D37AD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6F34D-C0CC-9F15-8765-A1903C6E3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실험 결과를 바탕으로 두 개발 환경을 비교 분석한 결과 뚜렷한 특징이 존재하였습니다.</a:t>
            </a:r>
          </a:p>
          <a:p>
            <a:r>
              <a:rPr lang="en-US" altLang="ko-KR">
                <a:ea typeface="맑은 고딕"/>
              </a:rPr>
              <a:t>먼저, Inference Engine은 </a:t>
            </a:r>
            <a:r>
              <a:rPr lang="en-US"/>
              <a:t>로컬 하드웨어 </a:t>
            </a:r>
            <a:r>
              <a:rPr lang="ko-KR" altLang="en-US">
                <a:ea typeface="맑은 고딕"/>
              </a:rPr>
              <a:t>메모리</a:t>
            </a:r>
            <a:r>
              <a:rPr lang="en-US" altLang="ko-KR">
                <a:ea typeface="맑은 고딕"/>
              </a:rPr>
              <a:t> 실행 환경에서 동작하기 때문에 로컬 메모리 </a:t>
            </a:r>
            <a:r>
              <a:rPr lang="ko-KR" altLang="en-US">
                <a:ea typeface="맑은 고딕"/>
              </a:rPr>
              <a:t>성능에</a:t>
            </a:r>
            <a:r>
              <a:rPr lang="en-US"/>
              <a:t> </a:t>
            </a:r>
            <a:r>
              <a:rPr lang="ko-KR" altLang="en-US">
                <a:ea typeface="맑은 고딕"/>
              </a:rPr>
              <a:t>따라</a:t>
            </a:r>
            <a:r>
              <a:rPr lang="en-US"/>
              <a:t> 응답 시간이 </a:t>
            </a:r>
            <a:r>
              <a:rPr lang="ko-KR" altLang="en-US">
                <a:ea typeface="맑은 고딕"/>
              </a:rPr>
              <a:t>결정되나</a:t>
            </a:r>
            <a:r>
              <a:rPr lang="en-US" altLang="ko-KR">
                <a:ea typeface="맑은 고딕"/>
              </a:rPr>
              <a:t>, 오픈 소스 LLM 모델을 사용하여 무료라는 특징이 있습니다.</a:t>
            </a:r>
            <a:endParaRPr lang="ko-KR" altLang="en-US">
              <a:ea typeface="맑은 고딕"/>
            </a:endParaRPr>
          </a:p>
          <a:p>
            <a:r>
              <a:rPr lang="en-US" altLang="ko-KR">
                <a:ea typeface="맑은 고딕"/>
              </a:rPr>
              <a:t>반면에, OpenAI API는 서버-클라이언트 구조 실행 환경에서 동작하여 </a:t>
            </a:r>
            <a:r>
              <a:rPr lang="en-US"/>
              <a:t>인터넷 연결 환경의 영향을 받음에도 불구하고, </a:t>
            </a:r>
            <a:r>
              <a:rPr lang="ko-KR" altLang="en-US">
                <a:ea typeface="맑은 고딕"/>
              </a:rPr>
              <a:t>서버에서 처리되는 작업에</a:t>
            </a:r>
            <a:r>
              <a:rPr lang="en-US"/>
              <a:t> 기본적으로 보장되는 시간이 </a:t>
            </a:r>
            <a:r>
              <a:rPr lang="ko-KR" altLang="en-US">
                <a:ea typeface="맑은 고딕"/>
              </a:rPr>
              <a:t>존재합니다. 하지만, </a:t>
            </a:r>
            <a:r>
              <a:rPr lang="en-US" altLang="ko-KR">
                <a:ea typeface="맑은 고딕"/>
              </a:rPr>
              <a:t>토큰당 또는 파일 크기당 요금이 발생한다는 특징이 있습니다.</a:t>
            </a:r>
            <a:endParaRPr lang="en-US">
              <a:ea typeface="맑은 고딕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BE3A9-72C2-23A4-9D2F-1F1FE1D3D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5145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3EC6F-0379-10AF-82A8-3F2BAA6E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19BF4-748D-2F1A-535A-60A77FE4B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39CA2-A091-0D4A-8EBE-1CDB423B5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이와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같이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정리한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특징은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에이전트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구축하는데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고려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요소로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활용될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있습니다</a:t>
            </a:r>
            <a:r>
              <a:rPr lang="en-US"/>
              <a:t>.</a:t>
            </a:r>
            <a:endParaRPr lang="en-US" altLang="ko-KR"/>
          </a:p>
          <a:p>
            <a:r>
              <a:rPr lang="en-US" altLang="ko-KR">
                <a:ea typeface="맑은 고딕"/>
              </a:rPr>
              <a:t>하지만 </a:t>
            </a:r>
            <a:r>
              <a:rPr lang="ko-KR" altLang="en-US">
                <a:ea typeface="맑은 고딕"/>
              </a:rPr>
              <a:t>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연구에서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분석하기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설계한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아바타와</a:t>
            </a:r>
            <a:r>
              <a:rPr lang="en-US"/>
              <a:t> UI</a:t>
            </a:r>
            <a:r>
              <a:rPr lang="ko-KR" altLang="en-US">
                <a:ea typeface="맑은 고딕"/>
              </a:rPr>
              <a:t>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구성된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장면은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단순히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텍스트로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주고받는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형식으로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구현되었습니다.</a:t>
            </a:r>
          </a:p>
          <a:p>
            <a:r>
              <a:rPr lang="ko-KR" altLang="en-US">
                <a:ea typeface="맑은 고딕"/>
              </a:rPr>
              <a:t>따라서, 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에이전트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/>
              <a:t> STT·TTS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기술을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적용한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음성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상호작용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및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비언어적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상호작용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요소를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고려한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환경으로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발전시키는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후속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진행할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예정입니다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1D7F-6FD6-C856-20B2-45327E8BC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13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4B50-53EC-31EA-E7B3-59413F028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A08A4-D233-9E77-B78D-E24B44F49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88602-F7C3-D6BB-654C-031C7999C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결론적으로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본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유니티에서</a:t>
            </a:r>
            <a:r>
              <a:rPr lang="en-US"/>
              <a:t> Inference Engine</a:t>
            </a:r>
            <a:r>
              <a:rPr lang="ko-KR" altLang="en-US">
                <a:ea typeface="맑은 고딕"/>
              </a:rPr>
              <a:t>과</a:t>
            </a:r>
            <a:r>
              <a:rPr lang="en-US"/>
              <a:t> OpenAI API</a:t>
            </a:r>
            <a:r>
              <a:rPr lang="ko-KR" altLang="en-US" err="1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활용하여</a:t>
            </a:r>
            <a:r>
              <a:rPr lang="en-US"/>
              <a:t> LLM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구축하였습니다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>
                <a:ea typeface="맑은 고딕"/>
              </a:rPr>
              <a:t>그리고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비교하기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위해</a:t>
            </a:r>
            <a:r>
              <a:rPr lang="en-US"/>
              <a:t> Inference Engine</a:t>
            </a:r>
            <a:r>
              <a:rPr lang="ko-KR" altLang="en-US">
                <a:ea typeface="맑은 고딕"/>
              </a:rPr>
              <a:t>에서</a:t>
            </a:r>
            <a:r>
              <a:rPr lang="en-US"/>
              <a:t> Phi-3.5-mini-instruct</a:t>
            </a:r>
            <a:r>
              <a:rPr lang="ko-KR" altLang="en-US" err="1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사용하고</a:t>
            </a:r>
            <a:r>
              <a:rPr lang="en-US"/>
              <a:t>, OpenAI API</a:t>
            </a:r>
            <a:r>
              <a:rPr lang="ko-KR" altLang="en-US">
                <a:ea typeface="맑은 고딕"/>
              </a:rPr>
              <a:t>에서</a:t>
            </a:r>
            <a:r>
              <a:rPr lang="en-US"/>
              <a:t> GPT-4o</a:t>
            </a:r>
            <a:r>
              <a:rPr lang="ko-KR" altLang="en-US" err="1">
                <a:ea typeface="맑은 고딕"/>
              </a:rPr>
              <a:t>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사용하여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대화하는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실험을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진행하였습니다</a:t>
            </a:r>
            <a:r>
              <a:rPr lang="en-US"/>
              <a:t>.</a:t>
            </a:r>
            <a:endParaRPr lang="en-US" altLang="ko-KR"/>
          </a:p>
          <a:p>
            <a:r>
              <a:rPr lang="ko-KR" altLang="en-US">
                <a:ea typeface="맑은 고딕"/>
              </a:rPr>
              <a:t>실험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결과와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함께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과정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응답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생성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시간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기능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등의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특징을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비교하였으며</a:t>
            </a:r>
            <a:r>
              <a:rPr lang="en-US"/>
              <a:t>,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이를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토대로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향후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지능형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가상</a:t>
            </a:r>
            <a:r>
              <a:rPr lang="en-US" altLang="ko-KR">
                <a:ea typeface="맑은 고딕"/>
              </a:rPr>
              <a:t> 에이전트</a:t>
            </a:r>
            <a:r>
              <a:rPr lang="ko-KR" altLang="en-US">
                <a:ea typeface="맑은 고딕"/>
              </a:rPr>
              <a:t> 개발을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위한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통합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개발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환경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구축에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관한</a:t>
            </a:r>
            <a:r>
              <a:rPr lang="en-US" altLang="ko-KR">
                <a:ea typeface="맑은 고딕"/>
              </a:rPr>
              <a:t> </a:t>
            </a:r>
            <a:r>
              <a:rPr lang="ko-KR" altLang="en-US">
                <a:ea typeface="맑은 고딕"/>
              </a:rPr>
              <a:t>연구를</a:t>
            </a:r>
            <a:r>
              <a:rPr lang="en-US" altLang="ko-KR">
                <a:ea typeface="맑은 고딕"/>
              </a:rPr>
              <a:t> </a:t>
            </a:r>
            <a:r>
              <a:rPr lang="en-US" altLang="ko-KR" err="1">
                <a:ea typeface="맑은 고딕"/>
              </a:rPr>
              <a:t>수행할</a:t>
            </a:r>
            <a:r>
              <a:rPr lang="en-US" altLang="ko-KR">
                <a:ea typeface="맑은 고딕"/>
              </a:rPr>
              <a:t> 계</a:t>
            </a:r>
            <a:r>
              <a:rPr lang="ko-KR" altLang="en-US">
                <a:ea typeface="맑은 고딕"/>
              </a:rPr>
              <a:t>획입니다</a:t>
            </a:r>
            <a:r>
              <a:rPr lang="en-US"/>
              <a:t>.</a:t>
            </a:r>
            <a:endParaRPr lang="en-US">
              <a:ea typeface="맑은 고딕"/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E959-4F6F-9172-3746-1506A6D66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4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2025-07-06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2196/58623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3WDHzNYf86I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youtu.be/DhqCLamOIQ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hyperlink" Target="https://youtu.be/TGUjw7eezYs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hyperlink" Target="https://docs.unity3d.com/Packages/com.unity.ai.inference@2.2/manual/index.html" TargetMode="Externa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hyperlink" Target="https://github.com/RageAgainstThePixel/com.openai.unity" TargetMode="Externa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B5AC7-02DD-A9FB-3FB9-F0E5EE7E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E2AC34-E759-F25A-989B-86DDB70D0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9284" y="3864428"/>
            <a:ext cx="4038158" cy="26549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18FE6-D0EB-D45D-E67C-0C10964F4994}"/>
              </a:ext>
            </a:extLst>
          </p:cNvPr>
          <p:cNvSpPr txBox="1"/>
          <p:nvPr/>
        </p:nvSpPr>
        <p:spPr>
          <a:xfrm>
            <a:off x="1532780" y="2066512"/>
            <a:ext cx="9137820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4400" b="1">
                <a:latin typeface="맑은 고딕"/>
                <a:ea typeface="맑은 고딕"/>
                <a:cs typeface="+mn-lt"/>
              </a:rPr>
              <a:t>대화형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가상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아바타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개발을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위한</a:t>
            </a:r>
            <a:br>
              <a:rPr lang="en-US" altLang="ko-KR" sz="4400" b="1">
                <a:latin typeface="맑은 고딕"/>
                <a:ea typeface="맑은 고딕"/>
                <a:cs typeface="+mn-lt"/>
              </a:rPr>
            </a:br>
            <a:r>
              <a:rPr lang="ko-KR" altLang="en-US" sz="4400" b="1">
                <a:latin typeface="맑은 고딕"/>
                <a:ea typeface="맑은 고딕"/>
                <a:cs typeface="+mn-lt"/>
              </a:rPr>
              <a:t>유니티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기반</a:t>
            </a:r>
            <a:r>
              <a:rPr lang="en-US" sz="4400" b="1">
                <a:latin typeface="맑은 고딕"/>
                <a:ea typeface="맑은 고딕"/>
                <a:cs typeface="+mn-lt"/>
              </a:rPr>
              <a:t> LLM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개발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환경</a:t>
            </a:r>
            <a:r>
              <a:rPr lang="en-US" altLang="ko-KR" sz="4400" b="1">
                <a:latin typeface="맑은 고딕"/>
                <a:ea typeface="맑은 고딕"/>
                <a:cs typeface="+mn-lt"/>
              </a:rPr>
              <a:t> </a:t>
            </a:r>
            <a:r>
              <a:rPr lang="ko-KR" altLang="en-US" sz="4400" b="1">
                <a:latin typeface="맑은 고딕"/>
                <a:ea typeface="맑은 고딕"/>
                <a:cs typeface="+mn-lt"/>
              </a:rPr>
              <a:t>구축</a:t>
            </a:r>
            <a:endParaRPr lang="en-US" sz="4400" b="1">
              <a:latin typeface="맑은 고딕"/>
              <a:ea typeface="맑은 고딕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960A4-AC47-47D5-93D7-3A7545E7E0B2}"/>
              </a:ext>
            </a:extLst>
          </p:cNvPr>
          <p:cNvSpPr txBox="1"/>
          <p:nvPr/>
        </p:nvSpPr>
        <p:spPr>
          <a:xfrm>
            <a:off x="6857770" y="4323355"/>
            <a:ext cx="480923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sz="2800" b="1">
                <a:latin typeface="맑은 고딕"/>
                <a:ea typeface="맑은 고딕"/>
                <a:cs typeface="+mn-lt"/>
              </a:rPr>
              <a:t>이지원</a:t>
            </a:r>
            <a:r>
              <a:rPr lang="ko-KR" altLang="en-US" sz="2800">
                <a:latin typeface="맑은 고딕"/>
                <a:ea typeface="맑은 고딕"/>
                <a:cs typeface="+mn-lt"/>
              </a:rPr>
              <a:t>, </a:t>
            </a:r>
            <a:r>
              <a:rPr lang="ko-KR" altLang="en-US" sz="2800" err="1">
                <a:latin typeface="맑은 고딕"/>
                <a:ea typeface="맑은 고딕"/>
                <a:cs typeface="+mn-lt"/>
              </a:rPr>
              <a:t>김진모</a:t>
            </a:r>
            <a:endParaRPr lang="ko-KR" altLang="en-US" sz="2800" baseline="30000" err="1">
              <a:latin typeface="맑은 고딕"/>
              <a:ea typeface="맑은 고딕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A5444-A939-369F-1C71-6E01A4D5E745}"/>
              </a:ext>
            </a:extLst>
          </p:cNvPr>
          <p:cNvSpPr txBox="1"/>
          <p:nvPr/>
        </p:nvSpPr>
        <p:spPr>
          <a:xfrm>
            <a:off x="6857770" y="4940188"/>
            <a:ext cx="480923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한성대학교 일반대학원 </a:t>
            </a:r>
            <a:r>
              <a:rPr lang="ko-KR" altLang="en-US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정보컴퓨터공학과,</a:t>
            </a:r>
            <a:endParaRPr lang="ko-KR" altLang="en-US" baseline="300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algn="r"/>
            <a:r>
              <a:rPr lang="ko-KR" altLang="en-US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한성대학교</a:t>
            </a:r>
            <a:r>
              <a:rPr lang="ko-KR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컴퓨터공학부</a:t>
            </a:r>
            <a:endParaRPr lang="ko-KR" altLang="en-US" baseline="30000">
              <a:latin typeface="맑은 고딕"/>
              <a:ea typeface="맑은 고딕"/>
              <a:cs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B7E1E3-EF7D-E037-B164-D18A472ADA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067" y="5667535"/>
            <a:ext cx="2071052" cy="7269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63B5F3-707A-6291-1448-80A39144F3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837" y="3135691"/>
            <a:ext cx="2657325" cy="372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3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A78DC-D639-9CBC-366F-6D7C5A0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도형 4">
            <a:extLst>
              <a:ext uri="{FF2B5EF4-FFF2-40B4-BE49-F238E27FC236}">
                <a16:creationId xmlns:a16="http://schemas.microsoft.com/office/drawing/2014/main" id="{2526DC06-8C9B-211E-CFF7-7AD701FD7FB8}"/>
              </a:ext>
            </a:extLst>
          </p:cNvPr>
          <p:cNvSpPr>
            <a:spLocks/>
          </p:cNvSpPr>
          <p:nvPr/>
        </p:nvSpPr>
        <p:spPr>
          <a:xfrm>
            <a:off x="5969000" y="380365"/>
            <a:ext cx="5889625" cy="6090285"/>
          </a:xfrm>
          <a:prstGeom prst="rect">
            <a:avLst/>
          </a:prstGeom>
          <a:ln w="28575" cap="flat" cmpd="sng">
            <a:solidFill>
              <a:schemeClr val="accent1">
                <a:alpha val="100000"/>
              </a:schemeClr>
            </a:solidFill>
            <a:prstDash val="solid"/>
            <a:miter lim="800000"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365759" tIns="457200" rIns="365759" bIns="228600" anchor="t">
            <a:noAutofit/>
          </a:bodyPr>
          <a:lstStyle/>
          <a:p>
            <a:pPr marL="0" indent="0"/>
            <a:r>
              <a:rPr lang="ko-KR" altLang="en-US" sz="4000" b="1">
                <a:latin typeface="Malgun Gothic"/>
                <a:ea typeface="Malgun Gothic"/>
              </a:rPr>
              <a:t>목차</a:t>
            </a:r>
            <a:endParaRPr lang="en-US" altLang="ko-KR" sz="4000"/>
          </a:p>
          <a:p>
            <a:pPr>
              <a:lnSpc>
                <a:spcPct val="150000"/>
              </a:lnSpc>
            </a:pPr>
            <a:endParaRPr lang="ko-KR" altLang="en-US" sz="800">
              <a:latin typeface="Malgun Gothic"/>
              <a:ea typeface="Malgun Gothic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>
                <a:latin typeface="Malgun Gothic"/>
                <a:ea typeface="Malgun Gothic"/>
              </a:rPr>
              <a:t>서론</a:t>
            </a:r>
            <a:endParaRPr lang="ko-KR">
              <a:ea typeface="맑은 고딕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>
                <a:latin typeface="Malgun Gothic"/>
                <a:ea typeface="Malgun Gothic"/>
              </a:rPr>
              <a:t>유니티 기반 LLM 개발 환경 구축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2000" err="1">
                <a:latin typeface="Malgun Gothic"/>
                <a:ea typeface="Malgun Gothic"/>
              </a:rPr>
              <a:t>Inference</a:t>
            </a:r>
            <a:r>
              <a:rPr lang="ko-KR" altLang="en-US" sz="2000">
                <a:latin typeface="Malgun Gothic"/>
                <a:ea typeface="Malgun Gothic"/>
              </a:rPr>
              <a:t> </a:t>
            </a:r>
            <a:r>
              <a:rPr lang="ko-KR" altLang="en-US" sz="2000" err="1">
                <a:latin typeface="Malgun Gothic"/>
                <a:ea typeface="Malgun Gothic"/>
              </a:rPr>
              <a:t>Engine을</a:t>
            </a:r>
            <a:r>
              <a:rPr lang="ko-KR" altLang="en-US" sz="2000">
                <a:latin typeface="Malgun Gothic"/>
                <a:ea typeface="Malgun Gothic"/>
              </a:rPr>
              <a:t> 활용한 개발 환경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ko-KR" altLang="en-US" sz="2000" err="1">
                <a:latin typeface="Malgun Gothic"/>
                <a:ea typeface="Malgun Gothic"/>
              </a:rPr>
              <a:t>OpenAI</a:t>
            </a:r>
            <a:r>
              <a:rPr lang="ko-KR" altLang="en-US" sz="2000">
                <a:latin typeface="Malgun Gothic"/>
                <a:ea typeface="Malgun Gothic"/>
              </a:rPr>
              <a:t> </a:t>
            </a:r>
            <a:r>
              <a:rPr lang="ko-KR" altLang="en-US" sz="2000" err="1">
                <a:latin typeface="Malgun Gothic"/>
                <a:ea typeface="Malgun Gothic"/>
              </a:rPr>
              <a:t>API를</a:t>
            </a:r>
            <a:r>
              <a:rPr lang="ko-KR" altLang="en-US" sz="2000">
                <a:latin typeface="Malgun Gothic"/>
                <a:ea typeface="Malgun Gothic"/>
              </a:rPr>
              <a:t> 활용한 개발 환경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>
                <a:latin typeface="Malgun Gothic"/>
                <a:ea typeface="Malgun Gothic"/>
              </a:rPr>
              <a:t>유니티 기반 LLM 개발 환경 </a:t>
            </a:r>
            <a:br>
              <a:rPr lang="ko-KR" altLang="en-US" sz="2400">
                <a:latin typeface="Malgun Gothic"/>
                <a:ea typeface="Malgun Gothic"/>
              </a:rPr>
            </a:br>
            <a:r>
              <a:rPr lang="ko-KR" altLang="en-US" sz="2400">
                <a:latin typeface="Malgun Gothic"/>
                <a:ea typeface="Malgun Gothic"/>
              </a:rPr>
              <a:t>비교 분석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>
                <a:latin typeface="Malgun Gothic"/>
                <a:ea typeface="Malgun Gothic"/>
              </a:rPr>
              <a:t>한계 및 토의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400">
                <a:latin typeface="Malgun Gothic"/>
                <a:ea typeface="Malgun Gothic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42454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9AF8-3A78-6698-4415-DC781003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8FFFD9AA-326D-DAEF-5DC5-122980BB69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D79A68-0670-1DA9-C116-87B319F4607B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 algn="l">
              <a:buAutoNum type="arabicPeriod"/>
            </a:pPr>
            <a:r>
              <a:rPr lang="ko-KR" altLang="en-US" sz="3200" b="1">
                <a:ea typeface="맑은 고딕" panose="020F0502020204030204"/>
              </a:rPr>
              <a:t>서론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0F575-8060-C774-8CA7-D6A55AA18DCA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ea typeface="맑은 고딕" panose="020F0502020204030204"/>
              </a:rPr>
              <a:t>지능형 가상 에이전트 (</a:t>
            </a:r>
            <a:r>
              <a:rPr lang="ko-KR" altLang="en-US" sz="2000" err="1">
                <a:ea typeface="맑은 고딕" panose="020F0502020204030204"/>
              </a:rPr>
              <a:t>Intelligent</a:t>
            </a:r>
            <a:r>
              <a:rPr lang="ko-KR" altLang="en-US" sz="2000">
                <a:ea typeface="맑은 고딕" panose="020F0502020204030204"/>
              </a:rPr>
              <a:t> </a:t>
            </a:r>
            <a:r>
              <a:rPr lang="ko-KR" altLang="en-US" sz="2000" err="1">
                <a:ea typeface="맑은 고딕" panose="020F0502020204030204"/>
              </a:rPr>
              <a:t>Virtual</a:t>
            </a:r>
            <a:r>
              <a:rPr lang="ko-KR" altLang="en-US" sz="2000">
                <a:ea typeface="맑은 고딕" panose="020F0502020204030204"/>
              </a:rPr>
              <a:t> </a:t>
            </a:r>
            <a:r>
              <a:rPr lang="ko-KR" altLang="en-US" sz="2000" err="1">
                <a:ea typeface="맑은 고딕" panose="020F0502020204030204"/>
              </a:rPr>
              <a:t>Agent</a:t>
            </a:r>
            <a:r>
              <a:rPr lang="ko-KR" altLang="en-US" sz="2000">
                <a:ea typeface="맑은 고딕" panose="020F0502020204030204"/>
              </a:rPr>
              <a:t>, IVA)</a:t>
            </a:r>
            <a:endParaRPr lang="en-US" altLang="ko-KR"/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ea typeface="맑은 고딕"/>
              </a:rPr>
              <a:t>사람의 외형을 갖춘 </a:t>
            </a:r>
            <a:r>
              <a:rPr lang="ko-KR" altLang="en-US" sz="1600" u="sng">
                <a:ea typeface="맑은 고딕"/>
              </a:rPr>
              <a:t>가상 아바타에 </a:t>
            </a:r>
            <a:r>
              <a:rPr lang="ko-KR" altLang="en-US" sz="1600" u="sng" err="1">
                <a:ea typeface="맑은 고딕"/>
              </a:rPr>
              <a:t>챗봇을</a:t>
            </a:r>
            <a:r>
              <a:rPr lang="ko-KR" altLang="en-US" sz="1600" u="sng">
                <a:ea typeface="맑은 고딕"/>
              </a:rPr>
              <a:t> 탑재</a:t>
            </a:r>
            <a:r>
              <a:rPr lang="ko-KR" altLang="en-US" sz="1600">
                <a:ea typeface="맑은 고딕"/>
              </a:rPr>
              <a:t>하여 </a:t>
            </a:r>
            <a:r>
              <a:rPr lang="ko-KR" altLang="en-US" sz="1600" err="1">
                <a:ea typeface="맑은 고딕"/>
              </a:rPr>
              <a:t>LLM의</a:t>
            </a:r>
            <a:r>
              <a:rPr lang="ko-KR" altLang="en-US" sz="1600">
                <a:ea typeface="맑은 고딕"/>
              </a:rPr>
              <a:t> 대화 능력과 함께 표정, 말투, 제스처 등 </a:t>
            </a:r>
            <a:br>
              <a:rPr lang="ko-KR" altLang="en-US" sz="1600">
                <a:ea typeface="맑은 고딕"/>
              </a:rPr>
            </a:br>
            <a:r>
              <a:rPr lang="ko-KR" altLang="en-US" sz="1600">
                <a:ea typeface="맑은 고딕"/>
              </a:rPr>
              <a:t>자연스러운 인간적 양식을 사용하여 </a:t>
            </a:r>
            <a:r>
              <a:rPr lang="ko-KR" altLang="en-US" sz="1600" err="1">
                <a:ea typeface="맑은 고딕"/>
              </a:rPr>
              <a:t>의사소통하는</a:t>
            </a:r>
            <a:r>
              <a:rPr lang="ko-KR" altLang="en-US" sz="1600">
                <a:ea typeface="맑은 고딕"/>
              </a:rPr>
              <a:t> 등 </a:t>
            </a:r>
            <a:r>
              <a:rPr lang="ko-KR" altLang="en-US" sz="1600" u="sng">
                <a:ea typeface="맑은 고딕"/>
              </a:rPr>
              <a:t>인간과 유사한 특성을 보이는 대화형 캐릭터</a:t>
            </a:r>
            <a:r>
              <a:rPr lang="ko-KR" altLang="en-US">
                <a:ea typeface="맑은 고딕"/>
              </a:rPr>
              <a:t> 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가상현실(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Virtual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Reality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, VR) 또는 증강현실(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Augmented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Reality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, AR)과 같이 높은 몰입감을 제공하는 확장현실(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eXtended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Reality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, XR) 환경에서 더욱 사실적으로 표현되어 사회적 존재감 제공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6212BA-10F1-1962-6C26-CAFF5ED61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71" y="3709731"/>
            <a:ext cx="6986457" cy="27439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39E8DD-8A32-8A8F-F953-6DA0A04DC42D}"/>
              </a:ext>
            </a:extLst>
          </p:cNvPr>
          <p:cNvSpPr txBox="1"/>
          <p:nvPr/>
        </p:nvSpPr>
        <p:spPr>
          <a:xfrm>
            <a:off x="8052103" y="5191250"/>
            <a:ext cx="3628765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GPT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기반의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가상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환자를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이용한 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교통사고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현장에서의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의료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응급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대응자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b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</a:b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교육을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위한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혼합현실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(Mixed Reality, MR)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시뮬레이션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개발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연구</a:t>
            </a:r>
            <a:b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</a:b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[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  <a:hlinkClick r:id="rId5"/>
              </a:rPr>
              <a:t>Gutiérrez Maquilón et al. 2024</a:t>
            </a:r>
            <a:r>
              <a:rPr lang="en-US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]</a:t>
            </a:r>
            <a:endParaRPr lang="en-US">
              <a:ea typeface="맑은 고딕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24F63-CBEC-CC06-3B39-FCC0AD38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809F1-8D39-103F-13D4-C2AEF607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0D827CB5-99C7-4DB6-A8FC-FF82FAAA78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A09CD2-7863-A8D5-8024-AECF40A7E6BC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 algn="l">
              <a:buAutoNum type="arabicPeriod"/>
            </a:pPr>
            <a:r>
              <a:rPr lang="ko-KR" altLang="en-US" sz="3200" b="1">
                <a:ea typeface="맑은 고딕" panose="020F0502020204030204"/>
              </a:rPr>
              <a:t>서론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5A851-E1D9-AB1A-C3A8-9069A65BE84B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ea typeface="맑은 고딕" panose="020F0502020204030204"/>
              </a:rPr>
              <a:t>지능형 가상 에이전트 개발을 위한 통합 개발 환경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가상 아바타에 탑재되어 두뇌 역할을 하는 </a:t>
            </a:r>
            <a:r>
              <a:rPr lang="ko-KR" altLang="en-US" sz="1600" b="1">
                <a:solidFill>
                  <a:srgbClr val="000000"/>
                </a:solidFill>
                <a:highlight>
                  <a:srgbClr val="FFD966"/>
                </a:highlight>
                <a:latin typeface="맑은 고딕"/>
                <a:ea typeface="맑은 고딕" panose="020F0502020204030204"/>
                <a:cs typeface="Arial"/>
              </a:rPr>
              <a:t>LLM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 b="1">
                <a:solidFill>
                  <a:srgbClr val="000000"/>
                </a:solidFill>
                <a:highlight>
                  <a:srgbClr val="00FFFF"/>
                </a:highlight>
                <a:latin typeface="맑은 고딕"/>
                <a:ea typeface="맑은 고딕" panose="020F0502020204030204"/>
                <a:cs typeface="Arial"/>
              </a:rPr>
              <a:t>가상 </a:t>
            </a:r>
            <a:r>
              <a:rPr lang="ko-KR" altLang="en-US" sz="1600" b="1">
                <a:solidFill>
                  <a:srgbClr val="000000"/>
                </a:solidFill>
                <a:highlight>
                  <a:srgbClr val="00FFFF"/>
                </a:highlight>
                <a:latin typeface="맑은 고딕"/>
                <a:ea typeface="맑은 고딕" panose="020F0502020204030204"/>
                <a:cs typeface="Arial"/>
              </a:rPr>
              <a:t>아바타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의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표정 및 자연스러운 동작 애니메이션 등 사실적인 그래픽 요소</a:t>
            </a:r>
            <a:endParaRPr lang="ko-KR"/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사용자의 행동 및 시선과 같은 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비언어적인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상호작용 요소를 인지하고 반응하기 위한 </a:t>
            </a:r>
            <a:r>
              <a:rPr lang="ko-KR" sz="1600" b="1">
                <a:solidFill>
                  <a:srgbClr val="000000"/>
                </a:solidFill>
                <a:highlight>
                  <a:srgbClr val="C0C0C0"/>
                </a:highlight>
                <a:latin typeface="맑은 고딕"/>
                <a:ea typeface="맑은 고딕" panose="020F0502020204030204"/>
                <a:cs typeface="Arial"/>
              </a:rPr>
              <a:t>HMD 및 센서</a:t>
            </a:r>
            <a:endParaRPr lang="ko-KR" altLang="en-US" sz="1600" b="1">
              <a:highlight>
                <a:srgbClr val="C0C0C0"/>
              </a:highlight>
              <a:ea typeface="맑은 고딕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CBC7CF-B4BD-B4EC-8ABB-B430FFEC5202}"/>
              </a:ext>
            </a:extLst>
          </p:cNvPr>
          <p:cNvSpPr/>
          <p:nvPr/>
        </p:nvSpPr>
        <p:spPr>
          <a:xfrm>
            <a:off x="7737204" y="4315794"/>
            <a:ext cx="3154061" cy="128314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ea typeface="맑은 고딕"/>
              </a:rPr>
              <a:t>몰입형 환경의 사용자</a:t>
            </a:r>
            <a:endParaRPr lang="en-US" altLang="ko-KR" sz="2000" b="1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9C4BE7-5765-C4DB-681B-C7A114729BB0}"/>
              </a:ext>
            </a:extLst>
          </p:cNvPr>
          <p:cNvSpPr/>
          <p:nvPr/>
        </p:nvSpPr>
        <p:spPr>
          <a:xfrm>
            <a:off x="4519907" y="4315794"/>
            <a:ext cx="2023657" cy="1294048"/>
          </a:xfrm>
          <a:prstGeom prst="roundRect">
            <a:avLst/>
          </a:prstGeom>
          <a:solidFill>
            <a:srgbClr val="00FFFF"/>
          </a:solidFill>
          <a:ln w="28575"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ea typeface="맑은 고딕"/>
              </a:rPr>
              <a:t>가상 아바타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40D0735-F26B-42F9-3DB7-07FCD528242B}"/>
              </a:ext>
            </a:extLst>
          </p:cNvPr>
          <p:cNvSpPr/>
          <p:nvPr/>
        </p:nvSpPr>
        <p:spPr>
          <a:xfrm>
            <a:off x="1302608" y="4304895"/>
            <a:ext cx="2023657" cy="12940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000" b="1">
                <a:solidFill>
                  <a:schemeClr val="tx1"/>
                </a:solidFill>
                <a:ea typeface="맑은 고딕"/>
              </a:rPr>
              <a:t>LLM</a:t>
            </a:r>
            <a:endParaRPr lang="en-US" altLang="ko-KR" sz="2000" b="1"/>
          </a:p>
        </p:txBody>
      </p:sp>
      <p:sp>
        <p:nvSpPr>
          <p:cNvPr id="15" name="Plus Sign 14">
            <a:extLst>
              <a:ext uri="{FF2B5EF4-FFF2-40B4-BE49-F238E27FC236}">
                <a16:creationId xmlns:a16="http://schemas.microsoft.com/office/drawing/2014/main" id="{C5840C4D-2959-9796-2A4D-491708369C14}"/>
              </a:ext>
            </a:extLst>
          </p:cNvPr>
          <p:cNvSpPr/>
          <p:nvPr/>
        </p:nvSpPr>
        <p:spPr>
          <a:xfrm>
            <a:off x="6779821" y="4580893"/>
            <a:ext cx="729617" cy="744824"/>
          </a:xfrm>
          <a:prstGeom prst="mathPlus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E70D641C-E1C1-C59D-700D-92AA916D7EF5}"/>
              </a:ext>
            </a:extLst>
          </p:cNvPr>
          <p:cNvSpPr/>
          <p:nvPr/>
        </p:nvSpPr>
        <p:spPr>
          <a:xfrm>
            <a:off x="3562523" y="4580893"/>
            <a:ext cx="729617" cy="744824"/>
          </a:xfrm>
          <a:prstGeom prst="mathPlus">
            <a:avLst/>
          </a:prstGeom>
          <a:solidFill>
            <a:schemeClr val="bg1"/>
          </a:solidFill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8478C-8DFE-A3DE-650F-CA251BB6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0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5B79-0581-8A87-E09B-D0D3366D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887D166A-BF97-1DAE-2250-4FA9CF7645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BAF651-0519-1AFA-7528-23531A72E682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 algn="l">
              <a:buAutoNum type="arabicPeriod"/>
            </a:pPr>
            <a:r>
              <a:rPr lang="ko-KR" altLang="en-US" sz="3200" b="1">
                <a:ea typeface="맑은 고딕" panose="020F0502020204030204"/>
              </a:rPr>
              <a:t>서론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72CE1-4019-5ADF-0BA1-662BA0A5BF42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유니티(</a:t>
            </a:r>
            <a:r>
              <a:rPr lang="ko-KR" altLang="en-US" sz="20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Unity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)</a:t>
            </a:r>
            <a:endParaRPr lang="ko-KR" altLang="en-US" sz="2000">
              <a:solidFill>
                <a:srgbClr val="000000"/>
              </a:solidFill>
              <a:latin typeface="맑은 고딕"/>
              <a:ea typeface="맑은 고딕" panose="020F0502020204030204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물리 기반 </a:t>
            </a:r>
            <a:r>
              <a:rPr lang="ko-KR" altLang="en-US" sz="1600" b="1">
                <a:solidFill>
                  <a:srgbClr val="000000"/>
                </a:solidFill>
                <a:highlight>
                  <a:srgbClr val="00FFFF"/>
                </a:highlight>
                <a:latin typeface="맑은 고딕"/>
                <a:ea typeface="맑은 고딕" panose="020F0502020204030204"/>
                <a:cs typeface="Arial"/>
              </a:rPr>
              <a:t>애니메이션과 실시간 렌더링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 지원하는 게임 개발 엔진</a:t>
            </a:r>
            <a:endParaRPr lang="ko-KR"/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몰입형 플랫폼 개발을 위한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 </a:t>
            </a:r>
            <a:r>
              <a:rPr lang="en-US" altLang="ko-KR" sz="1600" b="1">
                <a:solidFill>
                  <a:srgbClr val="000000"/>
                </a:solidFill>
                <a:highlight>
                  <a:srgbClr val="C0C0C0"/>
                </a:highlight>
                <a:latin typeface="맑은 고딕"/>
                <a:ea typeface="맑은 고딕" panose="020F0502020204030204"/>
                <a:cs typeface="Arial"/>
              </a:rPr>
              <a:t>XR</a:t>
            </a:r>
            <a:r>
              <a:rPr lang="ko-KR" sz="1600" b="1">
                <a:solidFill>
                  <a:srgbClr val="000000"/>
                </a:solidFill>
                <a:highlight>
                  <a:srgbClr val="C0C0C0"/>
                </a:highlight>
                <a:latin typeface="맑은 고딕"/>
                <a:ea typeface="맑은 고딕" panose="020F0502020204030204"/>
                <a:cs typeface="Arial"/>
              </a:rPr>
              <a:t> 개발 도구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제공</a:t>
            </a:r>
            <a:endParaRPr lang="ko-KR" altLang="en-US" sz="2000">
              <a:solidFill>
                <a:srgbClr val="000000"/>
              </a:solidFill>
              <a:highlight>
                <a:srgbClr val="FFD966"/>
              </a:highlight>
              <a:latin typeface="Malgun Gothic"/>
              <a:ea typeface="Malgun Gothic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sz="1600" b="1">
                <a:solidFill>
                  <a:srgbClr val="000000"/>
                </a:solidFill>
                <a:highlight>
                  <a:srgbClr val="FFD966"/>
                </a:highlight>
                <a:latin typeface="Malgun Gothic"/>
                <a:ea typeface="Malgun Gothic"/>
                <a:cs typeface="Arial"/>
              </a:rPr>
              <a:t>LLM 개발 도구</a:t>
            </a:r>
            <a:endParaRPr lang="ko-KR" altLang="en-US" sz="1600">
              <a:solidFill>
                <a:srgbClr val="000000"/>
              </a:solidFill>
              <a:highlight>
                <a:srgbClr val="FFD966"/>
              </a:highlight>
              <a:latin typeface="Malgun Gothic"/>
              <a:ea typeface="Malgun Gothic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 b="1">
                <a:solidFill>
                  <a:schemeClr val="accent2"/>
                </a:solidFill>
                <a:latin typeface="Malgun Gothic"/>
                <a:ea typeface="+mn-lt"/>
                <a:cs typeface="Arial"/>
              </a:rPr>
              <a:t>Inference</a:t>
            </a:r>
            <a:r>
              <a:rPr lang="ko-KR" sz="1600" b="1">
                <a:solidFill>
                  <a:schemeClr val="accent2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600" b="1">
                <a:solidFill>
                  <a:schemeClr val="accent2"/>
                </a:solidFill>
                <a:latin typeface="Malgun Gothic"/>
                <a:ea typeface="+mn-lt"/>
                <a:cs typeface="Arial"/>
              </a:rPr>
              <a:t>Engine(구 </a:t>
            </a:r>
            <a:r>
              <a:rPr lang="en-US" altLang="ko-KR" sz="1600" b="1" err="1">
                <a:solidFill>
                  <a:schemeClr val="accent2"/>
                </a:solidFill>
                <a:latin typeface="Malgun Gothic"/>
                <a:ea typeface="+mn-lt"/>
                <a:cs typeface="Arial"/>
              </a:rPr>
              <a:t>Sentis</a:t>
            </a:r>
            <a:r>
              <a:rPr lang="en-US" altLang="ko-KR" sz="1600" b="1">
                <a:solidFill>
                  <a:schemeClr val="accent2"/>
                </a:solidFill>
                <a:latin typeface="Malgun Gothic"/>
                <a:ea typeface="맑은 고딕"/>
                <a:cs typeface="Arial"/>
              </a:rPr>
              <a:t>)</a:t>
            </a:r>
            <a:r>
              <a:rPr lang="en-US" altLang="ko-KR" sz="1600" b="1">
                <a:solidFill>
                  <a:schemeClr val="accent2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유니티에서 제공하는 </a:t>
            </a:r>
            <a:r>
              <a:rPr lang="ko-KR" alt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기계학습</a:t>
            </a:r>
            <a:r>
              <a:rPr 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(Machine</a:t>
            </a:r>
            <a:r>
              <a:rPr lang="ko-KR" alt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Learning)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을 위한 라이브러리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 b="1">
                <a:solidFill>
                  <a:srgbClr val="70AD47"/>
                </a:solidFill>
                <a:latin typeface="Malgun Gothic"/>
                <a:ea typeface="+mn-lt"/>
                <a:cs typeface="Arial"/>
              </a:rPr>
              <a:t>OpenAI</a:t>
            </a:r>
            <a:r>
              <a:rPr lang="ko-KR" altLang="en-US" sz="1600" b="1">
                <a:solidFill>
                  <a:srgbClr val="70AD47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600" b="1">
                <a:solidFill>
                  <a:srgbClr val="70AD47"/>
                </a:solidFill>
                <a:latin typeface="Malgun Gothic"/>
                <a:ea typeface="+mn-lt"/>
                <a:cs typeface="Arial"/>
              </a:rPr>
              <a:t>API</a:t>
            </a:r>
            <a:r>
              <a:rPr lang="en-US" altLang="ko-KR" sz="1600" b="1">
                <a:solidFill>
                  <a:srgbClr val="70AD47"/>
                </a:solidFill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오픈 소스 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.NET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플랫폼을 사용하여 </a:t>
            </a:r>
            <a:r>
              <a:rPr lang="ko-KR" alt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클라우드 기반 </a:t>
            </a:r>
            <a:r>
              <a:rPr lang="en-US" sz="1600" u="sng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LLM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연동</a:t>
            </a:r>
            <a:endParaRPr lang="ko-KR" altLang="en-US" sz="1600">
              <a:latin typeface="Malgun Gothic"/>
              <a:ea typeface="Malgun Gothic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FA608-AEA1-558B-17C3-267FDD68D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74" y="4307474"/>
            <a:ext cx="4063289" cy="2025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7A6E9B-5E51-1288-D184-7BBDEE33F7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0133" y="4306357"/>
            <a:ext cx="4063289" cy="2025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13834-5661-5826-646C-67E54901B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5877" y="4304588"/>
            <a:ext cx="4063291" cy="2022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EDD76B-DF52-1EF3-A8F6-D0EAE239730F}"/>
              </a:ext>
            </a:extLst>
          </p:cNvPr>
          <p:cNvSpPr txBox="1"/>
          <p:nvPr/>
        </p:nvSpPr>
        <p:spPr>
          <a:xfrm>
            <a:off x="-1397" y="6328739"/>
            <a:ext cx="4067707" cy="553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[YouTube]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Worldbuilding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in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VR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with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Unity's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XR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Interaction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7"/>
              </a:rPr>
              <a:t> Toolkit</a:t>
            </a:r>
            <a:endParaRPr lang="en-US" sz="1200" err="1">
              <a:ea typeface="맑은 고딕" panose="020F050202020403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4584F-3908-A2C6-5194-3A1647A45201}"/>
              </a:ext>
            </a:extLst>
          </p:cNvPr>
          <p:cNvSpPr txBox="1"/>
          <p:nvPr/>
        </p:nvSpPr>
        <p:spPr>
          <a:xfrm>
            <a:off x="4061113" y="6328738"/>
            <a:ext cx="4067707" cy="369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[YouTube]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 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Time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Ghost:</a:t>
            </a:r>
            <a:r>
              <a:rPr 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8"/>
              </a:rPr>
              <a:t>Character</a:t>
            </a:r>
            <a:endParaRPr lang="ko-KR" altLang="en-US" sz="1200">
              <a:ea typeface="맑은 고딕" panose="020B05030200000200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D7A4A-6E22-ACD4-6FE6-16347CDC604F}"/>
              </a:ext>
            </a:extLst>
          </p:cNvPr>
          <p:cNvSpPr txBox="1"/>
          <p:nvPr/>
        </p:nvSpPr>
        <p:spPr>
          <a:xfrm>
            <a:off x="8121321" y="6385467"/>
            <a:ext cx="4067707" cy="369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  <a:hlinkClick r:id="rId9"/>
              </a:rPr>
              <a:t>[YouTube]  An introduction to Unity AI</a:t>
            </a:r>
            <a:endParaRPr lang="en-US" sz="1200">
              <a:ea typeface="맑은 고딕" panose="020F0502020204030204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A38544D-EA52-0067-82DD-AADE9DB5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2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BE0D-3B46-3E71-21D3-729553BC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3BE6BDDD-811A-C1B3-8DD1-69E2F5198F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CDB4D0-4CBF-8518-279C-BC361F5635A2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 algn="l">
              <a:buAutoNum type="arabicPeriod"/>
            </a:pPr>
            <a:r>
              <a:rPr lang="ko-KR" altLang="en-US" sz="3200" b="1">
                <a:ea typeface="맑은 고딕" panose="020F0502020204030204"/>
              </a:rPr>
              <a:t>서론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D0A40-CAB9-6715-2975-15AB30F100FA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연구 목표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altLang="en-US" sz="16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과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altLang="en-US" sz="16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API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활용하여 </a:t>
            </a:r>
            <a:r>
              <a:rPr lang="ko-KR" altLang="en-US" sz="16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유니티 기반의 LLM 개발 환경 구축</a:t>
            </a:r>
            <a:endParaRPr lang="ko-KR" u="sng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+mn-lt"/>
                <a:cs typeface="Arial"/>
              </a:rPr>
              <a:t>각각의 개발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sz="1600">
                <a:solidFill>
                  <a:srgbClr val="000000"/>
                </a:solidFill>
                <a:latin typeface="맑은 고딕"/>
                <a:ea typeface="+mn-lt"/>
                <a:cs typeface="Arial"/>
              </a:rPr>
              <a:t>환경에서 </a:t>
            </a:r>
            <a:r>
              <a:rPr lang="en-US" altLang="ko-KR" sz="1600" u="sng" err="1">
                <a:solidFill>
                  <a:srgbClr val="000000"/>
                </a:solidFill>
                <a:latin typeface="맑은 고딕"/>
                <a:ea typeface="+mn-lt"/>
                <a:cs typeface="Arial"/>
              </a:rPr>
              <a:t>LLM</a:t>
            </a:r>
            <a:r>
              <a:rPr lang="ko-KR" sz="1600" u="sng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을</a:t>
            </a:r>
            <a:r>
              <a:rPr lang="ko-KR" sz="1600" u="sng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탑재한 대화형 </a:t>
            </a:r>
            <a:r>
              <a:rPr lang="ko-KR" sz="1600" u="sng">
                <a:solidFill>
                  <a:srgbClr val="000000"/>
                </a:solidFill>
                <a:latin typeface="맑은 고딕"/>
                <a:ea typeface="+mn-lt"/>
                <a:cs typeface="Arial"/>
              </a:rPr>
              <a:t>가상 아바타를 구현</a:t>
            </a:r>
            <a:r>
              <a:rPr lang="ko-KR" sz="1600">
                <a:solidFill>
                  <a:srgbClr val="000000"/>
                </a:solidFill>
                <a:latin typeface="맑은 고딕"/>
                <a:ea typeface="+mn-lt"/>
                <a:cs typeface="Arial"/>
              </a:rPr>
              <a:t>하여 개발 과정 및 특징 비교 분석</a:t>
            </a:r>
            <a:endParaRPr lang="ko-K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F1C6B1B-2D38-5757-ED16-A9F49F8A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B485B-1CB2-86F8-D289-A64F72A63090}"/>
              </a:ext>
            </a:extLst>
          </p:cNvPr>
          <p:cNvSpPr txBox="1"/>
          <p:nvPr/>
        </p:nvSpPr>
        <p:spPr>
          <a:xfrm>
            <a:off x="392965" y="5804068"/>
            <a:ext cx="5546885" cy="8102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sz="14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sz="14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sz="14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sz="14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</a:t>
            </a:r>
            <a:r>
              <a:rPr lang="ko-KR" sz="14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활용한 유니티 기반의 LLM 개발 환경 구축</a:t>
            </a:r>
            <a:endParaRPr lang="ko-KR" altLang="en-US" sz="14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&amp; 개발 과정 및 특징 분석</a:t>
            </a:r>
            <a:endParaRPr lang="ko-KR" sz="140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FCF777-9512-93FC-70C8-CB221AE74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54" y="3481902"/>
            <a:ext cx="3819914" cy="22123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762014-377D-628F-A36C-2785ED7DA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07" y="5063778"/>
            <a:ext cx="1668161" cy="43838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153F3E-8624-97AC-0873-E1BC381757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436" t="-36" r="26436" b="-150"/>
          <a:stretch>
            <a:fillRect/>
          </a:stretch>
        </p:blipFill>
        <p:spPr>
          <a:xfrm>
            <a:off x="4269573" y="3484363"/>
            <a:ext cx="1632981" cy="22125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3006F19-10BE-2D9F-17F3-AD8720EF0212}"/>
              </a:ext>
            </a:extLst>
          </p:cNvPr>
          <p:cNvSpPr txBox="1"/>
          <p:nvPr/>
        </p:nvSpPr>
        <p:spPr>
          <a:xfrm>
            <a:off x="6348318" y="5720561"/>
            <a:ext cx="5427549" cy="8102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 API</a:t>
            </a:r>
            <a:r>
              <a:rPr lang="ko-KR" altLang="en-US" sz="14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</a:t>
            </a:r>
            <a:r>
              <a:rPr lang="ko-KR" sz="14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활용한 유니티 기반의 LLM 개발 환경 구축</a:t>
            </a:r>
            <a:endParaRPr lang="ko-KR" altLang="en-US" sz="14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&amp;</a:t>
            </a:r>
            <a:r>
              <a:rPr lang="ko-KR" sz="14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개발 과정 및 특징 분석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A5DEEF-A262-5F50-D0A3-5AEE972BBD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414" y="3481903"/>
            <a:ext cx="3837129" cy="22126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CB96AD-BAD4-9E08-DE2E-4DF6593C7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862" y="5068233"/>
            <a:ext cx="1565411" cy="4450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64B9D6-041C-397C-5DC1-0F603E82A5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4731" y="3485900"/>
            <a:ext cx="1619212" cy="221776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1B6105-E271-7F44-7A72-03CB9D44F1B3}"/>
              </a:ext>
            </a:extLst>
          </p:cNvPr>
          <p:cNvSpPr/>
          <p:nvPr/>
        </p:nvSpPr>
        <p:spPr>
          <a:xfrm>
            <a:off x="6220811" y="3325808"/>
            <a:ext cx="5673036" cy="2473234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5A0BD6-67F7-25AE-7D97-F9CFDB607F9F}"/>
              </a:ext>
            </a:extLst>
          </p:cNvPr>
          <p:cNvSpPr/>
          <p:nvPr/>
        </p:nvSpPr>
        <p:spPr>
          <a:xfrm>
            <a:off x="334025" y="3325360"/>
            <a:ext cx="5673036" cy="2462348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7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72D8-02AD-904D-76DD-C7600409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CACBAEFE-7A05-5B56-2761-F4910E7265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6FD5D9-13EC-77FF-DB51-03E16223DF69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2. </a:t>
            </a:r>
            <a:r>
              <a:rPr lang="ko-KR" altLang="en-US" sz="3200" b="1">
                <a:latin typeface="맑은 고딕"/>
                <a:ea typeface="맑은 고딕" panose="020F0502020204030204"/>
                <a:cs typeface="Arial"/>
              </a:rPr>
              <a:t>유니티 기반 LLM 개발 환경 구축</a:t>
            </a:r>
            <a:endParaRPr lang="en-US" altLang="ko-KR">
              <a:latin typeface="맑은 고딕"/>
              <a:ea typeface="맑은 고딕" panose="020B05030200000200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DBD81-DF32-BAD3-34FF-DCF8E20A1D46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altLang="en-US" sz="20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활용한 개발 환경</a:t>
            </a:r>
            <a:endParaRPr lang="ko-KR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유니티에서 제공하는 오픈 소스 패키지 형태의 기계학습 개발 도구</a:t>
            </a:r>
            <a:endParaRPr lang="ko-KR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로컬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환경에서 사전 학습된 기계학습 모델을 런타임으로 실행</a:t>
            </a:r>
            <a:endParaRPr lang="ko-KR">
              <a:ea typeface="맑은 고딕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Unity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6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버전 이상의 유니티에서 패키지 매니저(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Package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Manager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)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통해 설치</a:t>
            </a:r>
            <a:endParaRPr lang="ko-KR">
              <a:ea typeface="맑은 고딕"/>
            </a:endParaRPr>
          </a:p>
          <a:p>
            <a:pPr marL="800100" indent="-342900">
              <a:spcAft>
                <a:spcPts val="1000"/>
              </a:spcAft>
              <a:buFont typeface="Arial"/>
              <a:buChar char="•"/>
            </a:pPr>
            <a:endParaRPr lang="ko-KR" altLang="en-US" sz="1600" u="sng">
              <a:ea typeface="맑은 고딕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23D7D2-F305-2A20-1352-1141FC3C24CD}"/>
              </a:ext>
            </a:extLst>
          </p:cNvPr>
          <p:cNvGrpSpPr/>
          <p:nvPr/>
        </p:nvGrpSpPr>
        <p:grpSpPr>
          <a:xfrm>
            <a:off x="1498257" y="3704453"/>
            <a:ext cx="9200507" cy="2938487"/>
            <a:chOff x="1493108" y="3704453"/>
            <a:chExt cx="9200507" cy="293848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1497E3-4416-F483-D738-0379C0B2A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891" r="12476"/>
            <a:stretch>
              <a:fillRect/>
            </a:stretch>
          </p:blipFill>
          <p:spPr>
            <a:xfrm>
              <a:off x="1493108" y="3704453"/>
              <a:ext cx="3990488" cy="253159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720ED3-B1C3-FD28-F702-BB7876A8B620}"/>
                </a:ext>
              </a:extLst>
            </p:cNvPr>
            <p:cNvSpPr txBox="1"/>
            <p:nvPr/>
          </p:nvSpPr>
          <p:spPr>
            <a:xfrm>
              <a:off x="1494013" y="6232534"/>
              <a:ext cx="3999468" cy="4104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400">
                  <a:ea typeface="맑은 고딕" panose="020F0502020204030204"/>
                  <a:cs typeface="Arial"/>
                  <a:hlinkClick r:id="rId5"/>
                </a:rPr>
                <a:t>Inference Engine </a:t>
              </a:r>
              <a:r>
                <a:rPr lang="ko-KR" altLang="en-US" sz="1400">
                  <a:ea typeface="맑은 고딕" panose="020F0502020204030204"/>
                  <a:cs typeface="Arial"/>
                  <a:hlinkClick r:id="rId5"/>
                </a:rPr>
                <a:t>문서 자료</a:t>
              </a:r>
              <a:endParaRPr lang="en-US" altLang="ko-KR" sz="1400">
                <a:ea typeface="맑은 고딕" panose="020F0502020204030204"/>
                <a:cs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94503E-0D5B-2773-ACCC-577D2F0861DF}"/>
                </a:ext>
              </a:extLst>
            </p:cNvPr>
            <p:cNvSpPr txBox="1"/>
            <p:nvPr/>
          </p:nvSpPr>
          <p:spPr>
            <a:xfrm>
              <a:off x="6344039" y="6242831"/>
              <a:ext cx="4349576" cy="4001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 panose="020F0502020204030204"/>
                  <a:cs typeface="Arial"/>
                </a:rPr>
                <a:t>패키지 매니저로 설치된 Inference Engine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F474EAE-4BFC-8FED-5963-F5B2B54F0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6307" y="3704454"/>
              <a:ext cx="4048125" cy="2531590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7876F-86F7-1150-F411-69D3366B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0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DFFB-ED23-1795-C6A1-B8D9995E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9D1AEAE7-0801-F016-C8C3-825DEFB16C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CBA17A-97E8-CCC5-1018-C78A1DAAF2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36" t="-36" r="26436" b="-150"/>
          <a:stretch>
            <a:fillRect/>
          </a:stretch>
        </p:blipFill>
        <p:spPr>
          <a:xfrm>
            <a:off x="514865" y="821912"/>
            <a:ext cx="5076572" cy="60355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71D2443-2735-AD54-0B22-445D0FC4C6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26"/>
          <a:stretch>
            <a:fillRect/>
          </a:stretch>
        </p:blipFill>
        <p:spPr>
          <a:xfrm>
            <a:off x="5936253" y="823783"/>
            <a:ext cx="6253591" cy="6036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BC6390-70F2-9784-DD04-7A04C183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4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50D8-E99F-CA46-6DEC-98E71024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CAAFC7-8101-7C3C-6718-80ADC6B56F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26"/>
          <a:stretch>
            <a:fillRect/>
          </a:stretch>
        </p:blipFill>
        <p:spPr>
          <a:xfrm>
            <a:off x="5936253" y="823783"/>
            <a:ext cx="6253591" cy="6036396"/>
          </a:xfrm>
          <a:prstGeom prst="rect">
            <a:avLst/>
          </a:prstGeom>
        </p:spPr>
      </p:pic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BCCC33B1-7793-4301-810B-5D600AF8443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BD9978-1F8F-3D86-EF94-80C3880E66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36" t="-36" r="26436" b="-150"/>
          <a:stretch>
            <a:fillRect/>
          </a:stretch>
        </p:blipFill>
        <p:spPr>
          <a:xfrm>
            <a:off x="514865" y="821912"/>
            <a:ext cx="5076572" cy="60355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F1B188-E11F-B844-EFD3-B1413061A5BE}"/>
              </a:ext>
            </a:extLst>
          </p:cNvPr>
          <p:cNvSpPr/>
          <p:nvPr/>
        </p:nvSpPr>
        <p:spPr>
          <a:xfrm>
            <a:off x="5936904" y="1844464"/>
            <a:ext cx="6256343" cy="5013535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19296B-9903-7FA5-7960-6E594E897ECF}"/>
              </a:ext>
            </a:extLst>
          </p:cNvPr>
          <p:cNvSpPr/>
          <p:nvPr/>
        </p:nvSpPr>
        <p:spPr>
          <a:xfrm>
            <a:off x="748270" y="2205271"/>
            <a:ext cx="4607572" cy="45176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C2314-36A7-EC69-8C8F-923A219F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9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8CBB5-4544-0108-AA52-98ED72A5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3B6BCD-F1FF-47B1-20B0-72B626F56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26"/>
          <a:stretch>
            <a:fillRect/>
          </a:stretch>
        </p:blipFill>
        <p:spPr>
          <a:xfrm>
            <a:off x="5936253" y="823783"/>
            <a:ext cx="6253591" cy="6036396"/>
          </a:xfrm>
          <a:prstGeom prst="rect">
            <a:avLst/>
          </a:prstGeom>
        </p:spPr>
      </p:pic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F3F5CEF7-D139-C25C-3369-BD1A7C10C68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20AE97B-6E1C-99E0-3879-652797814B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36" t="-36" r="26436" b="-150"/>
          <a:stretch>
            <a:fillRect/>
          </a:stretch>
        </p:blipFill>
        <p:spPr>
          <a:xfrm>
            <a:off x="514865" y="821912"/>
            <a:ext cx="5076572" cy="60355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CC5A0B-8533-E9C9-9DF8-2E6F6CB94364}"/>
              </a:ext>
            </a:extLst>
          </p:cNvPr>
          <p:cNvSpPr/>
          <p:nvPr/>
        </p:nvSpPr>
        <p:spPr>
          <a:xfrm>
            <a:off x="5936904" y="5819220"/>
            <a:ext cx="6256343" cy="1038779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80CA2-03BA-66F8-2579-F5F8FB210D63}"/>
              </a:ext>
            </a:extLst>
          </p:cNvPr>
          <p:cNvSpPr/>
          <p:nvPr/>
        </p:nvSpPr>
        <p:spPr>
          <a:xfrm>
            <a:off x="748270" y="4316217"/>
            <a:ext cx="4607572" cy="240671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C410A-E9F1-D9EA-68FC-51D050A0AC69}"/>
              </a:ext>
            </a:extLst>
          </p:cNvPr>
          <p:cNvSpPr/>
          <p:nvPr/>
        </p:nvSpPr>
        <p:spPr>
          <a:xfrm>
            <a:off x="5936904" y="825031"/>
            <a:ext cx="6256343" cy="2531887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62B7-7BC4-3DC2-97B5-652B2741E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9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E79D5-281F-4A05-69D4-FF8CF7A8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9EFC0-2F64-BD27-BD01-BE801BA46A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4" r="2364"/>
          <a:stretch>
            <a:fillRect/>
          </a:stretch>
        </p:blipFill>
        <p:spPr>
          <a:xfrm>
            <a:off x="5936218" y="823784"/>
            <a:ext cx="6254596" cy="60342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1D5D19-DEBC-033E-E61F-E12D00F73A95}"/>
              </a:ext>
            </a:extLst>
          </p:cNvPr>
          <p:cNvSpPr/>
          <p:nvPr/>
        </p:nvSpPr>
        <p:spPr>
          <a:xfrm>
            <a:off x="5936904" y="825031"/>
            <a:ext cx="6256343" cy="2670432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F0F20AB5-4712-6896-CD35-14D28B41C8C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8310E-15AB-AF7A-0846-2C955A4F97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436" t="-36" r="26436" b="-150"/>
          <a:stretch>
            <a:fillRect/>
          </a:stretch>
        </p:blipFill>
        <p:spPr>
          <a:xfrm>
            <a:off x="514865" y="821912"/>
            <a:ext cx="5076572" cy="6035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CABE73-0ACE-B297-49FD-664BA9FFBE1C}"/>
              </a:ext>
            </a:extLst>
          </p:cNvPr>
          <p:cNvSpPr/>
          <p:nvPr/>
        </p:nvSpPr>
        <p:spPr>
          <a:xfrm>
            <a:off x="5936904" y="4458105"/>
            <a:ext cx="6256343" cy="2399894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9CBFD-C361-1288-BAD9-EA6AF60B6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9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5D10E-E3B1-7D0A-71FD-A3B32156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012C7966-DD33-5DCB-1819-ADFB061752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D9E01-BA0D-BC51-08B5-02729BD8A0A9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2. </a:t>
            </a:r>
            <a:r>
              <a:rPr lang="ko-KR" altLang="en-US" sz="3200" b="1">
                <a:latin typeface="맑은 고딕"/>
                <a:ea typeface="맑은 고딕" panose="020F0502020204030204"/>
                <a:cs typeface="Arial"/>
              </a:rPr>
              <a:t>유니티 기반 LLM 개발 환경 구축</a:t>
            </a:r>
            <a:endParaRPr lang="en-US" altLang="ko-KR">
              <a:latin typeface="맑은 고딕"/>
              <a:ea typeface="맑은 고딕" panose="020B05030200000200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F3115-8FE6-159B-AE21-F3E7225DE7E6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spcAft>
                <a:spcPts val="1000"/>
              </a:spcAft>
              <a:buFont typeface="Arial"/>
              <a:buChar char="•"/>
            </a:pPr>
            <a:r>
              <a:rPr lang="ko-KR" altLang="en-US" sz="20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API</a:t>
            </a:r>
            <a:r>
              <a:rPr lang="ko-KR" altLang="en-US" sz="20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활용한 개발 환경</a:t>
            </a:r>
            <a:endParaRPr lang="ko-KR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RESTful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API를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통해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API를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사용할 수 있는 외부 라이브러리 사용</a:t>
            </a:r>
            <a:endParaRPr lang="ko-KR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서버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-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클라이언트 실행 환경에서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의 모델 및 기능 사용</a:t>
            </a:r>
            <a:endParaRPr lang="ko-KR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914400" lvl="1" indent="-4572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패키지 매니저를 통해 설치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,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계정과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API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키 설정 필요</a:t>
            </a:r>
            <a:endParaRPr lang="ko-KR">
              <a:ea typeface="맑은 고딕"/>
            </a:endParaRPr>
          </a:p>
          <a:p>
            <a:pPr marL="800100" indent="-342900">
              <a:spcAft>
                <a:spcPts val="1000"/>
              </a:spcAft>
              <a:buFont typeface="Arial"/>
              <a:buChar char="•"/>
            </a:pPr>
            <a:endParaRPr lang="ko-KR" altLang="en-US" sz="1600" u="sng">
              <a:ea typeface="맑은 고딕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5B904-A48A-D8CD-C6A3-EAFD09D51FFB}"/>
              </a:ext>
            </a:extLst>
          </p:cNvPr>
          <p:cNvGrpSpPr/>
          <p:nvPr/>
        </p:nvGrpSpPr>
        <p:grpSpPr>
          <a:xfrm>
            <a:off x="1395284" y="3707026"/>
            <a:ext cx="9405548" cy="2935914"/>
            <a:chOff x="1288067" y="3707026"/>
            <a:chExt cx="9405548" cy="29359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58934AD-E4C0-042E-44CE-9277C6581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0553" y="3707027"/>
              <a:ext cx="4462245" cy="25228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88DFBB-0534-813F-3142-33F4535575AB}"/>
                </a:ext>
              </a:extLst>
            </p:cNvPr>
            <p:cNvSpPr txBox="1"/>
            <p:nvPr/>
          </p:nvSpPr>
          <p:spPr>
            <a:xfrm>
              <a:off x="1288067" y="6232534"/>
              <a:ext cx="4473144" cy="4104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 panose="020F0502020204030204"/>
                  <a:cs typeface="Arial"/>
                  <a:hlinkClick r:id="rId5"/>
                </a:rPr>
                <a:t>유니티에서 OpenAI API 사용을 위한 외부 라이브러리</a:t>
              </a:r>
              <a:endParaRPr lang="ko-KR" altLang="en-US" sz="1400">
                <a:ea typeface="맑은 고딕"/>
                <a:cs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D0E3C8-09BE-57CA-38E9-CF3585A286CE}"/>
                </a:ext>
              </a:extLst>
            </p:cNvPr>
            <p:cNvSpPr txBox="1"/>
            <p:nvPr/>
          </p:nvSpPr>
          <p:spPr>
            <a:xfrm>
              <a:off x="6344039" y="6242831"/>
              <a:ext cx="4349576" cy="40010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altLang="en-US" sz="1400">
                  <a:ea typeface="맑은 고딕" panose="020F0502020204030204"/>
                  <a:cs typeface="Arial"/>
                </a:rPr>
                <a:t>패키지 매니저로 설치된 OpenAI 패키지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D67F44B-8208-33E0-3AC2-E72DA8115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688" y="3707026"/>
              <a:ext cx="4040056" cy="2522839"/>
            </a:xfrm>
            <a:prstGeom prst="rect">
              <a:avLst/>
            </a:prstGeom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33B78-99E8-B72D-F258-F87B2A14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7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F4CC-D32C-74E5-923D-9E6003C3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E9293A-1F14-1AFC-C087-3E1403BDC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4" y="829518"/>
            <a:ext cx="5078392" cy="6028482"/>
          </a:xfrm>
          <a:prstGeom prst="rect">
            <a:avLst/>
          </a:prstGeom>
        </p:spPr>
      </p:pic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0600CA78-FF02-66A7-9861-5AC87425958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734B9-4595-8989-F2D1-61DAF976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95FAC-F6D0-C9AC-DA58-CBBCB6CE20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94" t="-71" r="169" b="40"/>
          <a:stretch>
            <a:fillRect/>
          </a:stretch>
        </p:blipFill>
        <p:spPr>
          <a:xfrm>
            <a:off x="5907974" y="829368"/>
            <a:ext cx="5991954" cy="603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3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019E-0571-4E8E-A7D3-30BB921D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58DA9F-2EC5-BDB2-BD97-1F00424C85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4" t="-71" r="169" b="40"/>
          <a:stretch>
            <a:fillRect/>
          </a:stretch>
        </p:blipFill>
        <p:spPr>
          <a:xfrm>
            <a:off x="5907974" y="829368"/>
            <a:ext cx="5991954" cy="6036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91E5E-932E-2C84-010A-B372F7B2B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04" y="829518"/>
            <a:ext cx="5078392" cy="6028482"/>
          </a:xfrm>
          <a:prstGeom prst="rect">
            <a:avLst/>
          </a:prstGeom>
        </p:spPr>
      </p:pic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6002F982-3527-7C39-9860-DB0EFE7627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00BA1D8-DECA-2515-8890-CF1FEB050A5A}"/>
              </a:ext>
            </a:extLst>
          </p:cNvPr>
          <p:cNvSpPr/>
          <p:nvPr/>
        </p:nvSpPr>
        <p:spPr>
          <a:xfrm>
            <a:off x="5907216" y="4625537"/>
            <a:ext cx="6286031" cy="2232462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7E72D-A0E5-319F-C71E-7FB68484C454}"/>
              </a:ext>
            </a:extLst>
          </p:cNvPr>
          <p:cNvSpPr/>
          <p:nvPr/>
        </p:nvSpPr>
        <p:spPr>
          <a:xfrm>
            <a:off x="748270" y="4243733"/>
            <a:ext cx="4607572" cy="24495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19758-70DE-8D7C-84BD-12ABF8626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4D3E5-4241-725B-70FD-9BF4C7836324}"/>
              </a:ext>
            </a:extLst>
          </p:cNvPr>
          <p:cNvSpPr/>
          <p:nvPr/>
        </p:nvSpPr>
        <p:spPr>
          <a:xfrm>
            <a:off x="5907216" y="1448888"/>
            <a:ext cx="6286031" cy="1975163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62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A26C-73D1-B0A1-A726-D2704859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685C36-48D1-E02E-FCF5-A9C8E7638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04" y="829518"/>
            <a:ext cx="5078392" cy="6028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9FBA0F-F69F-00D3-2F0E-BCE3371718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" t="1" r="450" b="-104"/>
          <a:stretch>
            <a:fillRect/>
          </a:stretch>
        </p:blipFill>
        <p:spPr>
          <a:xfrm>
            <a:off x="5907216" y="825032"/>
            <a:ext cx="6283171" cy="6019304"/>
          </a:xfrm>
          <a:prstGeom prst="rect">
            <a:avLst/>
          </a:prstGeom>
        </p:spPr>
      </p:pic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71B18804-8F62-DC7E-C43B-78DD5C478B5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EE238F-3ABD-F59C-8B42-6EB0F5C953D8}"/>
              </a:ext>
            </a:extLst>
          </p:cNvPr>
          <p:cNvSpPr/>
          <p:nvPr/>
        </p:nvSpPr>
        <p:spPr>
          <a:xfrm>
            <a:off x="5907216" y="825032"/>
            <a:ext cx="6286031" cy="2418616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19DE3-ED7A-A65A-5606-E321B89B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0B9FA-0EE8-46DE-997E-90DB9E5AF843}"/>
              </a:ext>
            </a:extLst>
          </p:cNvPr>
          <p:cNvSpPr/>
          <p:nvPr/>
        </p:nvSpPr>
        <p:spPr>
          <a:xfrm>
            <a:off x="5907216" y="5129836"/>
            <a:ext cx="6286031" cy="1715993"/>
          </a:xfrm>
          <a:prstGeom prst="rect">
            <a:avLst/>
          </a:prstGeom>
          <a:solidFill>
            <a:srgbClr val="595959">
              <a:alpha val="7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1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EAC8-B536-FDB2-5D20-06198705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0F68A1E5-775F-5180-C8A5-2FA95B7344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4B0152-E6E8-C5E6-F1D5-9C86C19669D9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1CA51-82F3-DA69-C87F-C4DC94E8EF72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altLang="en-US" sz="20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과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 API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개발 환경 비교 실험 설계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사용자가 작성한 텍스트 프롬프트를 입력으로 하여 추론 결과인 응답 프롬프트를 텍스트로 출력하는 과정을 </a:t>
            </a:r>
            <a:b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</a:b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반복하는 대화를 진행하는 콘텐츠 구현</a:t>
            </a:r>
            <a:endParaRPr lang="ko-KR">
              <a:solidFill>
                <a:srgbClr val="000000"/>
              </a:solidFill>
              <a:latin typeface="맑은 고딕"/>
              <a:ea typeface="맑은 고딕" panose="020B0503020000020004" pitchFamily="34" charset="-127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각각의 개발 환경에서 동일한 가상 아바타와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UI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로 구성된 장면 설계</a:t>
            </a:r>
            <a:endParaRPr lang="ko-KR"/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>
                <a:latin typeface="Malgun Gothic"/>
                <a:ea typeface="+mn-lt"/>
                <a:cs typeface="Arial"/>
              </a:rPr>
              <a:t>LLM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의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역할과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지시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사항을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정의하는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 u="sng">
                <a:latin typeface="Malgun Gothic"/>
                <a:ea typeface="Malgun Gothic"/>
                <a:cs typeface="Arial"/>
              </a:rPr>
              <a:t>시스템</a:t>
            </a:r>
            <a:r>
              <a:rPr lang="en-US" altLang="ko-KR" sz="1600" u="sng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 u="sng">
                <a:latin typeface="Malgun Gothic"/>
                <a:ea typeface="Malgun Gothic"/>
                <a:cs typeface="Arial"/>
              </a:rPr>
              <a:t>프롬프트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와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사용자의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 u="sng">
                <a:latin typeface="Malgun Gothic"/>
                <a:ea typeface="Malgun Gothic"/>
                <a:cs typeface="Arial"/>
              </a:rPr>
              <a:t>입력</a:t>
            </a:r>
            <a:r>
              <a:rPr lang="en-US" altLang="ko-KR" sz="1600" u="sng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 u="sng">
                <a:latin typeface="Malgun Gothic"/>
                <a:ea typeface="Malgun Gothic"/>
                <a:cs typeface="Arial"/>
              </a:rPr>
              <a:t>프롬프트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를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동일한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내용으로</a:t>
            </a:r>
            <a:r>
              <a:rPr lang="en-US" altLang="ko-KR" sz="1600">
                <a:latin typeface="Malgun Gothic"/>
                <a:ea typeface="+mn-lt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적용</a:t>
            </a:r>
            <a:endParaRPr lang="ko-KR" sz="1600">
              <a:ea typeface="맑은 고딕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endParaRPr lang="ko-KR" altLang="en-US" sz="1600" u="sng">
              <a:ea typeface="맑은 고딕"/>
              <a:cs typeface="Arial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646819-5A25-1978-508F-D0AFF04998E1}"/>
              </a:ext>
            </a:extLst>
          </p:cNvPr>
          <p:cNvGrpSpPr/>
          <p:nvPr/>
        </p:nvGrpSpPr>
        <p:grpSpPr>
          <a:xfrm>
            <a:off x="1307757" y="3952875"/>
            <a:ext cx="9571852" cy="2905508"/>
            <a:chOff x="925470" y="3427713"/>
            <a:chExt cx="9571852" cy="290550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A3C028A-E00F-CC19-C936-3692FD45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5470" y="3427713"/>
              <a:ext cx="4304012" cy="22852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492089-5FC1-BB64-CED0-36313A965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05832" y="5032803"/>
              <a:ext cx="1829572" cy="47290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12DE3A-EF46-3E4D-D315-EBCE6B5EF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94712" y="3427714"/>
              <a:ext cx="4396688" cy="22852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71EAB7A-2135-19A8-149B-4E62C8128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67750" y="5012209"/>
              <a:ext cx="1829572" cy="49195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B0DFA5-5F74-C2CE-D7A2-672AADD6C325}"/>
                </a:ext>
              </a:extLst>
            </p:cNvPr>
            <p:cNvSpPr txBox="1"/>
            <p:nvPr/>
          </p:nvSpPr>
          <p:spPr>
            <a:xfrm>
              <a:off x="1379454" y="5717669"/>
              <a:ext cx="3402226" cy="61555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ko-KR" sz="1400" b="1" err="1">
                  <a:solidFill>
                    <a:schemeClr val="accent2"/>
                  </a:solidFill>
                  <a:latin typeface="맑은 고딕"/>
                  <a:ea typeface="맑은 고딕" panose="020F0502020204030204"/>
                  <a:cs typeface="Arial"/>
                </a:rPr>
                <a:t>Inference</a:t>
              </a:r>
              <a:r>
                <a:rPr lang="ko-KR" sz="1400" b="1">
                  <a:solidFill>
                    <a:schemeClr val="accent2"/>
                  </a:solidFill>
                  <a:latin typeface="맑은 고딕"/>
                  <a:ea typeface="맑은 고딕" panose="020F0502020204030204"/>
                  <a:cs typeface="Arial"/>
                </a:rPr>
                <a:t> </a:t>
              </a:r>
              <a:r>
                <a:rPr lang="ko-KR" sz="1400" b="1" err="1">
                  <a:solidFill>
                    <a:schemeClr val="accent2"/>
                  </a:solidFill>
                  <a:latin typeface="맑은 고딕"/>
                  <a:ea typeface="맑은 고딕" panose="020F0502020204030204"/>
                  <a:cs typeface="Arial"/>
                </a:rPr>
                <a:t>Engine</a:t>
              </a:r>
              <a:r>
                <a:rPr lang="ko-KR" sz="1400" err="1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을</a:t>
              </a:r>
              <a:r>
                <a:rPr lang="ko-KR" sz="1400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 활용한</a:t>
              </a:r>
              <a:endParaRPr lang="en-US"/>
            </a:p>
            <a:p>
              <a:pPr algn="ctr"/>
              <a:r>
                <a:rPr lang="ko-KR" sz="1400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유니티 기반의 LLM 개발 환경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 panose="020B0503020000020004" pitchFamily="34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008A36-86C7-1E0B-50AD-F6290FBCD2D9}"/>
                </a:ext>
              </a:extLst>
            </p:cNvPr>
            <p:cNvSpPr txBox="1"/>
            <p:nvPr/>
          </p:nvSpPr>
          <p:spPr>
            <a:xfrm>
              <a:off x="6661967" y="5717669"/>
              <a:ext cx="3402226" cy="61555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91440" rIns="91440" bIns="91439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ko-KR" sz="1400" b="1">
                  <a:solidFill>
                    <a:schemeClr val="accent6"/>
                  </a:solidFill>
                  <a:latin typeface="맑은 고딕"/>
                  <a:ea typeface="맑은 고딕" panose="020F0502020204030204"/>
                  <a:cs typeface="Arial"/>
                </a:rPr>
                <a:t>OpenAI API</a:t>
              </a:r>
              <a:r>
                <a:rPr lang="ko-KR" altLang="en-US" sz="1400" err="1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를</a:t>
              </a:r>
              <a:r>
                <a:rPr lang="ko-KR" sz="1400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 활용한</a:t>
              </a:r>
              <a:endParaRPr lang="en-US"/>
            </a:p>
            <a:p>
              <a:pPr algn="ctr"/>
              <a:r>
                <a:rPr lang="ko-KR" sz="1400">
                  <a:solidFill>
                    <a:srgbClr val="000000"/>
                  </a:solidFill>
                  <a:latin typeface="맑은 고딕"/>
                  <a:ea typeface="맑은 고딕" panose="020F0502020204030204"/>
                  <a:cs typeface="Arial"/>
                </a:rPr>
                <a:t>유니티 기반의 LLM 개발 환경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 panose="020B0503020000020004" pitchFamily="34" charset="-127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9CECD-3A17-84F1-363D-EA9FFF0F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890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D82EC-D0E8-90AC-120B-C94FC35D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57D63402-E6D1-328B-9E03-89AF9C4507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7BC86-6821-7D50-CF8C-26C2229B0498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0F1C4-2A7F-734B-6E2E-6892AAB2DC01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 b="1" err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개발 환경 설정</a:t>
            </a:r>
            <a:endParaRPr lang="en-US" altLang="ko-KR"/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개발 환경: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Unity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6.0(6000.0.47f1) + </a:t>
            </a:r>
            <a:r>
              <a:rPr lang="ko-KR" altLang="en-US" sz="1600" b="1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Inference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b="1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Engine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2.2.1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LLM 모델: 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Phi-3.5-mini-instruct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+ </a:t>
            </a:r>
            <a:r>
              <a:rPr lang="ko-KR" sz="1600" b="1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LlamaTokenizer</a:t>
            </a:r>
            <a:endParaRPr lang="ko-KR" sz="1600" b="1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실행 환경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: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GPU 메모리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(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BackendType.GPUCompute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)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실험 환경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1257300" lvl="2" indent="-342900">
              <a:spcAft>
                <a:spcPts val="1000"/>
              </a:spcAft>
              <a:buAutoNum type="arabicPeriod"/>
            </a:pP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PC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: AMD 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Ryzen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5 5600X 6-Core 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Processor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3.70 </a:t>
            </a:r>
            <a:r>
              <a:rPr 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GHz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, 16GB RAM, 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NVIDIA </a:t>
            </a:r>
            <a:r>
              <a:rPr lang="ko-KR" sz="1600" b="1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GeForce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RTX </a:t>
            </a: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3060</a:t>
            </a:r>
            <a:endParaRPr lang="ko-KR" altLang="en-US" b="1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1257300" lvl="2" indent="-342900">
              <a:spcAft>
                <a:spcPts val="1000"/>
              </a:spcAft>
              <a:buAutoNum type="arabicPeriod"/>
            </a:pP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Laptop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: 11th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Gen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Intel(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R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)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Core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(TM) i7-11800H 2.30GHz, 16GB 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RAM, 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NVIDIA </a:t>
            </a:r>
            <a:r>
              <a:rPr lang="ko-KR" sz="1600" b="1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GeForce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RTX 3050 </a:t>
            </a:r>
            <a:r>
              <a:rPr lang="ko-KR" sz="1600" b="1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Ti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sz="1600" b="1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Laptop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GPU</a:t>
            </a:r>
            <a:endParaRPr lang="ko-KR" b="1">
              <a:ea typeface="맑은 고딕"/>
            </a:endParaRPr>
          </a:p>
          <a:p>
            <a:pPr marL="342900" indent="-342900">
              <a:spcAft>
                <a:spcPts val="1000"/>
              </a:spcAft>
              <a:buFont typeface="Arial,Sans-Serif"/>
              <a:buChar char="•"/>
            </a:pPr>
            <a:endParaRPr lang="ko-KR" altLang="en-US" sz="20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9DCA9-69F2-5EE6-E76A-653553D9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2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99F5-6335-37FB-B0BD-0CF0C763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1A8EC52A-9DC6-0F81-D2DB-67BBB0CA016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EF6938-B5E2-DC5D-1AE3-CAD58C1C0FA1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49437-4768-CFE4-16CB-6444F50507E9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 Engine(Phi-3.5)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개발 환경 비교 실험 결과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“Hello!”라는 사용자의 입력이 주어졌을 때 해당 입력과 함께 모델이 실행되고 응답을 생성하기까지 걸린 시간 측정</a:t>
            </a:r>
            <a:endParaRPr lang="ko-KR" sz="16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latin typeface="맑은 고딕"/>
                <a:ea typeface="+mn-lt"/>
                <a:cs typeface="Arial"/>
              </a:rPr>
              <a:t>PC</a:t>
            </a:r>
            <a:endParaRPr lang="ko-KR" altLang="en-US" sz="1600" b="1">
              <a:latin typeface="맑은 고딕"/>
              <a:ea typeface="+mn-lt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en-US" sz="1600">
                <a:latin typeface="맑은 고딕"/>
                <a:ea typeface="+mn-lt"/>
                <a:cs typeface="Arial"/>
              </a:rPr>
              <a:t>전체 소요 시간: </a:t>
            </a:r>
            <a:r>
              <a:rPr lang="en-US" altLang="en-US" sz="1600" b="1">
                <a:latin typeface="맑은 고딕"/>
                <a:ea typeface="+mn-lt"/>
                <a:cs typeface="Arial"/>
              </a:rPr>
              <a:t>10,809ms</a:t>
            </a:r>
            <a:endParaRPr lang="ko-KR" altLang="en-US" sz="1600" b="1">
              <a:latin typeface="맑은 고딕"/>
              <a:ea typeface="+mn-lt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>
                <a:latin typeface="맑은 고딕"/>
                <a:ea typeface="맑은 고딕"/>
                <a:cs typeface="Arial"/>
              </a:rPr>
              <a:t>사용자의 입력을 인코딩한 시간: </a:t>
            </a:r>
            <a:r>
              <a:rPr lang="en-US" altLang="ko-KR" sz="1600" b="1">
                <a:latin typeface="맑은 고딕"/>
                <a:ea typeface="맑은 고딕"/>
                <a:cs typeface="Arial"/>
              </a:rPr>
              <a:t>10ms</a:t>
            </a: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>
                <a:latin typeface="맑은 고딕"/>
                <a:ea typeface="맑은 고딕"/>
                <a:cs typeface="Arial"/>
              </a:rPr>
              <a:t>모델의 응답을 디코딩한 시간: </a:t>
            </a:r>
            <a:r>
              <a:rPr lang="en-US" altLang="ko-KR" sz="1600" b="1">
                <a:latin typeface="맑은 고딕"/>
                <a:ea typeface="맑은 고딕"/>
                <a:cs typeface="Arial"/>
              </a:rPr>
              <a:t>13ms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latin typeface="맑은 고딕"/>
                <a:ea typeface="맑은 고딕"/>
                <a:cs typeface="Arial"/>
              </a:rPr>
              <a:t>Laptop</a:t>
            </a:r>
            <a:endParaRPr lang="ko-KR" altLang="en-US" sz="1600" b="1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ko-KR" altLang="en-US" sz="1600">
                <a:latin typeface="Malgun Gothic"/>
                <a:ea typeface="맑은 고딕"/>
                <a:cs typeface="Arial"/>
              </a:rPr>
              <a:t>전체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소요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시간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: </a:t>
            </a:r>
            <a:r>
              <a:rPr lang="en-US" altLang="ko-KR" sz="1600" b="1">
                <a:latin typeface="Malgun Gothic"/>
                <a:ea typeface="맑은 고딕"/>
                <a:cs typeface="Arial"/>
              </a:rPr>
              <a:t>13,358ms</a:t>
            </a:r>
            <a:endParaRPr lang="ko-KR" sz="1600">
              <a:latin typeface="Malgun Gothic"/>
              <a:ea typeface="Malgun Gothic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ko-KR" altLang="en-US" sz="1600">
                <a:latin typeface="Malgun Gothic"/>
                <a:ea typeface="맑은 고딕"/>
                <a:cs typeface="Arial"/>
              </a:rPr>
              <a:t>사용자의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입력을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인코딩한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시간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: </a:t>
            </a:r>
            <a:r>
              <a:rPr lang="en-US" altLang="ko-KR" sz="1600" b="1">
                <a:latin typeface="Malgun Gothic"/>
                <a:ea typeface="맑은 고딕"/>
                <a:cs typeface="Arial"/>
              </a:rPr>
              <a:t>12ms</a:t>
            </a:r>
            <a:endParaRPr lang="en-US" altLang="ko-KR" sz="1600">
              <a:latin typeface="Malgun Gothic"/>
              <a:ea typeface="맑은 고딕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ko-KR" altLang="en-US" sz="1600">
                <a:latin typeface="Malgun Gothic"/>
                <a:ea typeface="맑은 고딕"/>
                <a:cs typeface="Arial"/>
              </a:rPr>
              <a:t>모델의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응답을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디코딩한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altLang="en-US" sz="1600">
                <a:latin typeface="Malgun Gothic"/>
                <a:ea typeface="맑은 고딕"/>
                <a:cs typeface="Arial"/>
              </a:rPr>
              <a:t>시간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: </a:t>
            </a:r>
            <a:r>
              <a:rPr lang="en-US" altLang="ko-KR" sz="1600" b="1">
                <a:latin typeface="Malgun Gothic"/>
                <a:ea typeface="맑은 고딕"/>
                <a:cs typeface="Arial"/>
              </a:rPr>
              <a:t>13ms</a:t>
            </a:r>
            <a:endParaRPr lang="ko-KR"/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endParaRPr lang="ko-KR" altLang="en-US" sz="1600" u="sng">
              <a:ea typeface="맑은 고딕"/>
              <a:cs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688CB38-7DB4-A6CC-EBA4-5AC6288C0DDC}"/>
              </a:ext>
            </a:extLst>
          </p:cNvPr>
          <p:cNvGrpSpPr/>
          <p:nvPr/>
        </p:nvGrpSpPr>
        <p:grpSpPr>
          <a:xfrm>
            <a:off x="5959560" y="2839480"/>
            <a:ext cx="3908338" cy="4015171"/>
            <a:chOff x="6134613" y="2839480"/>
            <a:chExt cx="3208123" cy="3335551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2C5FB8E-E9F7-F023-EC01-AD6254279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5901" y="4508929"/>
              <a:ext cx="3206835" cy="166610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1F84DFB-DF52-AADC-3811-34A34B08C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4613" y="2839480"/>
              <a:ext cx="3206835" cy="1666102"/>
            </a:xfrm>
            <a:prstGeom prst="rect">
              <a:avLst/>
            </a:prstGeom>
          </p:spPr>
        </p:pic>
      </p:grp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7442B31D-874B-45FA-7347-D203A8ABD63D}"/>
              </a:ext>
            </a:extLst>
          </p:cNvPr>
          <p:cNvSpPr/>
          <p:nvPr/>
        </p:nvSpPr>
        <p:spPr>
          <a:xfrm>
            <a:off x="9270691" y="3605615"/>
            <a:ext cx="1181380" cy="2482270"/>
          </a:xfrm>
          <a:prstGeom prst="curvedLeftArrow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D538A5-C33F-451C-01CA-B70C021C0679}"/>
              </a:ext>
            </a:extLst>
          </p:cNvPr>
          <p:cNvSpPr txBox="1"/>
          <p:nvPr/>
        </p:nvSpPr>
        <p:spPr>
          <a:xfrm>
            <a:off x="10452662" y="4100991"/>
            <a:ext cx="1589902" cy="1569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91439" rIns="91440" bIns="91439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 panose="020F0502020204030204"/>
                <a:cs typeface="Arial"/>
              </a:rPr>
              <a:t>PC: </a:t>
            </a:r>
            <a:br>
              <a:rPr lang="ko-KR" altLang="en-US">
                <a:ea typeface="맑은 고딕" panose="020F0502020204030204"/>
                <a:cs typeface="Arial"/>
              </a:rPr>
            </a:br>
            <a:r>
              <a:rPr lang="ko-KR" altLang="en-US" b="1">
                <a:ea typeface="맑은 고딕" panose="020F0502020204030204"/>
                <a:cs typeface="Arial"/>
              </a:rPr>
              <a:t>10,809ms</a:t>
            </a:r>
          </a:p>
          <a:p>
            <a:endParaRPr lang="ko-KR" altLang="en-US" b="1">
              <a:ea typeface="맑은 고딕" panose="020F0502020204030204"/>
              <a:cs typeface="Arial"/>
            </a:endParaRPr>
          </a:p>
          <a:p>
            <a:r>
              <a:rPr lang="ko-KR" altLang="en-US">
                <a:ea typeface="맑은 고딕" panose="020F0502020204030204"/>
                <a:cs typeface="Arial"/>
              </a:rPr>
              <a:t>Laptop: </a:t>
            </a:r>
            <a:r>
              <a:rPr lang="ko-KR" altLang="en-US" b="1">
                <a:ea typeface="맑은 고딕" panose="020F0502020204030204"/>
                <a:cs typeface="Arial"/>
              </a:rPr>
              <a:t>13,358ms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3D579-4587-91B9-9C64-93498CD5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99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8FF9-F2B4-898C-CF0C-D075E18E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3FD4310E-FBF6-7EAA-F279-BCD67DF9716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E14386-5393-7C10-61A4-0F759D4824AA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85628-2613-7ADE-F1C1-048F251B7EDA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 err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 API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개발 환경 설정</a:t>
            </a:r>
            <a:endParaRPr lang="en-US" altLang="ko-KR"/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개발 환경: </a:t>
            </a:r>
            <a:r>
              <a:rPr lang="ko-KR" altLang="en-US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Unity</a:t>
            </a: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6.1(6000.1.1f1) + </a:t>
            </a:r>
            <a:r>
              <a:rPr lang="ko-KR" altLang="en-US" sz="1600" b="1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com.openai.unity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8.6.6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LLM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모델: </a:t>
            </a: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GPT-4o</a:t>
            </a: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실행 환경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: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서버</a:t>
            </a:r>
            <a:r>
              <a:rPr lang="en-US" alt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-</a:t>
            </a:r>
            <a:r>
              <a:rPr lang="ko-KR" altLang="en-US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클라이언트</a:t>
            </a:r>
            <a:endParaRPr lang="ko-KR" sz="1400" b="1">
              <a:solidFill>
                <a:srgbClr val="595959"/>
              </a:solidFill>
              <a:latin typeface="Arial"/>
              <a:ea typeface="맑은 고딕" panose="020F0502020204030204"/>
              <a:cs typeface="Arial"/>
            </a:endParaRPr>
          </a:p>
          <a:p>
            <a:pPr marL="800100" lvl="1" indent="-342900">
              <a:spcAft>
                <a:spcPts val="1000"/>
              </a:spcAft>
              <a:buFont typeface="Courier New"/>
              <a:buChar char="o"/>
            </a:pP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실험 환경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1257300" lvl="2" indent="-342900">
              <a:spcAft>
                <a:spcPts val="1000"/>
              </a:spcAft>
              <a:buAutoNum type="arabicPeriod"/>
            </a:pP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PC(LAN)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: </a:t>
            </a:r>
            <a:r>
              <a:rPr lang="ko-KR" sz="16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유선 네트워크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(</a:t>
            </a:r>
            <a:r>
              <a:rPr 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다운로드 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434.7Mbps/</a:t>
            </a:r>
            <a:r>
              <a:rPr lang="en-US" altLang="ko-KR" sz="1600" err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업로드</a:t>
            </a:r>
            <a:r>
              <a:rPr lang="en-US" altLang="ko-KR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48.7Mbps)</a:t>
            </a:r>
          </a:p>
          <a:p>
            <a:pPr marL="1257300" lvl="2" indent="-342900">
              <a:spcAft>
                <a:spcPts val="1000"/>
              </a:spcAft>
              <a:buAutoNum type="arabicPeriod"/>
            </a:pPr>
            <a:r>
              <a:rPr lang="en-US" altLang="ko-KR" sz="1600">
                <a:solidFill>
                  <a:srgbClr val="000000"/>
                </a:solidFill>
                <a:latin typeface="Malgun Gothic"/>
                <a:ea typeface="+mn-lt"/>
                <a:cs typeface="Arial"/>
              </a:rPr>
              <a:t>Laptop(LAN)</a:t>
            </a:r>
            <a:r>
              <a:rPr lang="ko-KR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: </a:t>
            </a:r>
            <a:r>
              <a:rPr lang="ko-KR" sz="1600" b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유선 네트워크</a:t>
            </a:r>
            <a:r>
              <a:rPr lang="ko-KR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1600">
                <a:solidFill>
                  <a:srgbClr val="000000"/>
                </a:solidFill>
                <a:latin typeface="Malgun Gothic"/>
                <a:ea typeface="+mn-lt"/>
                <a:cs typeface="Arial"/>
              </a:rPr>
              <a:t>(</a:t>
            </a:r>
            <a:r>
              <a:rPr lang="ko-KR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다운로드 </a:t>
            </a:r>
            <a:r>
              <a:rPr lang="en-US" altLang="ko-KR" sz="1600">
                <a:solidFill>
                  <a:srgbClr val="000000"/>
                </a:solidFill>
                <a:latin typeface="Malgun Gothic"/>
                <a:ea typeface="+mn-lt"/>
                <a:cs typeface="Arial"/>
              </a:rPr>
              <a:t>425.2Mbps/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+mn-lt"/>
                <a:cs typeface="Arial"/>
              </a:rPr>
              <a:t>업로드</a:t>
            </a:r>
            <a:r>
              <a:rPr lang="en-US" altLang="ko-KR" sz="1600">
                <a:solidFill>
                  <a:srgbClr val="000000"/>
                </a:solidFill>
                <a:latin typeface="Malgun Gothic"/>
                <a:ea typeface="+mn-lt"/>
                <a:cs typeface="Arial"/>
              </a:rPr>
              <a:t> 39.2Mbps)</a:t>
            </a:r>
            <a:endParaRPr lang="en-US" altLang="ko-KR" sz="1600" b="1">
              <a:latin typeface="Malgun Gothic"/>
              <a:ea typeface="+mn-lt"/>
              <a:cs typeface="Arial"/>
            </a:endParaRPr>
          </a:p>
          <a:p>
            <a:pPr marL="1257300" lvl="2" indent="-342900">
              <a:spcAft>
                <a:spcPts val="1000"/>
              </a:spcAft>
              <a:buFontTx/>
              <a:buAutoNum type="arabicPeriod"/>
            </a:pP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Laptop(Wi-Fi)</a:t>
            </a:r>
            <a:r>
              <a:rPr lang="ko-KR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: </a:t>
            </a:r>
            <a:r>
              <a:rPr lang="ko-KR" sz="1600" b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무선 네트워크</a:t>
            </a:r>
            <a:r>
              <a:rPr lang="ko-KR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(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다운로드 322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.4Mbps/</a:t>
            </a:r>
            <a:r>
              <a:rPr lang="en-US" sz="160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업로드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 36.7Mbps)</a:t>
            </a:r>
            <a:endParaRPr lang="ko-KR" sz="1600" b="1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342900" indent="-342900">
              <a:spcAft>
                <a:spcPts val="1000"/>
              </a:spcAft>
              <a:buFont typeface="Arial,Sans-Serif"/>
              <a:buChar char="•"/>
            </a:pPr>
            <a:endParaRPr lang="ko-KR" altLang="en-US" sz="20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A8220-D43E-9217-D824-A3991F39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76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14C2-4CD1-AF9C-5063-8DD30EFD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71A10025-115D-B35B-8A28-5ABFF8D513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59BC6-8A32-FA9F-3866-9F28ADF88870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693C72-6F14-043B-E617-7850D32B5301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 API(GPT-4o)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개발 환경 비교 실험 결과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“Hello!”라는 사용자의 입력이 주어졌을 때 해당 입력과 함께 모델이 실행되고 응답을 생성하기까지 걸린 시간 측정</a:t>
            </a:r>
            <a:endParaRPr lang="ko-KR" sz="160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latin typeface="맑은 고딕"/>
                <a:ea typeface="+mn-lt"/>
                <a:cs typeface="Arial"/>
              </a:rPr>
              <a:t>PC(LAN)</a:t>
            </a:r>
            <a:endParaRPr lang="ko-KR" altLang="en-US" sz="1600" b="1">
              <a:latin typeface="맑은 고딕"/>
              <a:ea typeface="+mn-lt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altLang="en-US" sz="1600">
                <a:latin typeface="맑은 고딕"/>
                <a:ea typeface="+mn-lt"/>
                <a:cs typeface="Arial"/>
              </a:rPr>
              <a:t>전체 소요 시간: </a:t>
            </a:r>
            <a:r>
              <a:rPr lang="en-US" altLang="en-US" sz="1600" b="1">
                <a:latin typeface="맑은 고딕"/>
                <a:ea typeface="+mn-lt"/>
                <a:cs typeface="Arial"/>
              </a:rPr>
              <a:t>913ms</a:t>
            </a:r>
            <a:endParaRPr lang="ko-KR" altLang="en-US" sz="1600" b="1">
              <a:latin typeface="맑은 고딕"/>
              <a:ea typeface="+mn-lt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"/>
              <a:buChar char="o"/>
            </a:pPr>
            <a:r>
              <a:rPr lang="en-US" sz="1600">
                <a:ea typeface="+mn-lt"/>
                <a:cs typeface="+mn-lt"/>
              </a:rPr>
              <a:t>“openai-processing-ms”</a:t>
            </a:r>
            <a:r>
              <a:rPr lang="en-US" altLang="ko-KR" sz="1600">
                <a:latin typeface="맑은 고딕"/>
                <a:ea typeface="맑은 고딕"/>
                <a:cs typeface="Arial"/>
              </a:rPr>
              <a:t>: </a:t>
            </a:r>
            <a:r>
              <a:rPr lang="en-US" altLang="ko-KR" sz="1600" b="1">
                <a:latin typeface="맑은 고딕"/>
                <a:ea typeface="맑은 고딕"/>
                <a:cs typeface="Arial"/>
              </a:rPr>
              <a:t>354ms</a:t>
            </a:r>
          </a:p>
          <a:p>
            <a:pPr marL="800100" indent="-342900">
              <a:spcAft>
                <a:spcPts val="1000"/>
              </a:spcAft>
              <a:buFont typeface="Courier New"/>
              <a:buChar char="o"/>
            </a:pPr>
            <a:r>
              <a:rPr lang="ko-KR" altLang="en-US" sz="1600">
                <a:latin typeface="맑은 고딕"/>
                <a:ea typeface="맑은 고딕"/>
                <a:cs typeface="Arial"/>
              </a:rPr>
              <a:t>Laptop(LAN)</a:t>
            </a:r>
            <a:endParaRPr lang="ko-KR" altLang="en-US" sz="1600" b="1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ko-KR" altLang="en-US" sz="1600">
                <a:latin typeface="Malgun Gothic"/>
                <a:ea typeface="Malgun Gothic"/>
                <a:cs typeface="Arial"/>
              </a:rPr>
              <a:t>전체</a:t>
            </a:r>
            <a:r>
              <a:rPr lang="en-US" sz="1600"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소요</a:t>
            </a:r>
            <a:r>
              <a:rPr lang="en-US" sz="1600">
                <a:latin typeface="Malgun Gothic"/>
                <a:ea typeface="Malgun Gothic"/>
                <a:cs typeface="Arial"/>
              </a:rPr>
              <a:t> </a:t>
            </a:r>
            <a:r>
              <a:rPr lang="ko-KR" altLang="en-US" sz="1600">
                <a:latin typeface="Malgun Gothic"/>
                <a:ea typeface="Malgun Gothic"/>
                <a:cs typeface="Arial"/>
              </a:rPr>
              <a:t>시간</a:t>
            </a:r>
            <a:r>
              <a:rPr lang="en-US" sz="1600">
                <a:latin typeface="Malgun Gothic"/>
                <a:ea typeface="Malgun Gothic"/>
                <a:cs typeface="Arial"/>
              </a:rPr>
              <a:t>: </a:t>
            </a:r>
            <a:r>
              <a:rPr lang="en-US" sz="1600" b="1">
                <a:latin typeface="Malgun Gothic"/>
                <a:ea typeface="Malgun Gothic"/>
                <a:cs typeface="Arial"/>
              </a:rPr>
              <a:t>990ms</a:t>
            </a:r>
            <a:endParaRPr lang="ko-KR" altLang="en-US" sz="1600">
              <a:latin typeface="Malgun Gothic"/>
              <a:ea typeface="Malgun Gothic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en-US" altLang="ko-KR" sz="1600">
                <a:latin typeface="Malgun Gothic"/>
                <a:ea typeface="Malgun Gothic"/>
                <a:cs typeface="Arial"/>
              </a:rPr>
              <a:t>“openai-processing-ms”: </a:t>
            </a:r>
            <a:r>
              <a:rPr lang="en-US" altLang="ko-KR" sz="1600" b="1">
                <a:latin typeface="Malgun Gothic"/>
                <a:ea typeface="Malgun Gothic"/>
                <a:cs typeface="Arial"/>
              </a:rPr>
              <a:t>343ms</a:t>
            </a:r>
            <a:endParaRPr lang="ko-KR"/>
          </a:p>
          <a:p>
            <a:pPr marL="800100" indent="-342900">
              <a:spcAft>
                <a:spcPts val="1000"/>
              </a:spcAft>
              <a:buFont typeface="Courier New,monospace"/>
              <a:buChar char="o"/>
            </a:pPr>
            <a:r>
              <a:rPr lang="ko-KR" sz="1600">
                <a:latin typeface="Malgun Gothic"/>
                <a:ea typeface="Malgun Gothic"/>
                <a:cs typeface="Arial"/>
              </a:rPr>
              <a:t>Laptop(</a:t>
            </a:r>
            <a:r>
              <a:rPr lang="en-US" altLang="ko-KR" sz="1600">
                <a:latin typeface="Malgun Gothic"/>
                <a:ea typeface="Malgun Gothic"/>
                <a:cs typeface="Arial"/>
              </a:rPr>
              <a:t>Wi-Fi</a:t>
            </a:r>
            <a:r>
              <a:rPr lang="ko-KR" sz="1600">
                <a:latin typeface="Malgun Gothic"/>
                <a:ea typeface="Malgun Gothic"/>
                <a:cs typeface="Arial"/>
              </a:rPr>
              <a:t>)</a:t>
            </a: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ko-KR" sz="1600">
                <a:latin typeface="Malgun Gothic"/>
                <a:ea typeface="Malgun Gothic"/>
                <a:cs typeface="Arial"/>
              </a:rPr>
              <a:t>전체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sz="1600">
                <a:latin typeface="Malgun Gothic"/>
                <a:ea typeface="Malgun Gothic"/>
                <a:cs typeface="Arial"/>
              </a:rPr>
              <a:t>소요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 </a:t>
            </a:r>
            <a:r>
              <a:rPr lang="ko-KR" sz="1600">
                <a:latin typeface="Malgun Gothic"/>
                <a:ea typeface="Malgun Gothic"/>
                <a:cs typeface="Arial"/>
              </a:rPr>
              <a:t>시간</a:t>
            </a:r>
            <a:r>
              <a:rPr lang="en-US" altLang="ko-KR" sz="1600">
                <a:latin typeface="Malgun Gothic"/>
                <a:ea typeface="맑은 고딕"/>
                <a:cs typeface="Arial"/>
              </a:rPr>
              <a:t>: </a:t>
            </a:r>
            <a:r>
              <a:rPr lang="en-US" altLang="ko-KR" sz="1600" b="1">
                <a:latin typeface="Malgun Gothic"/>
                <a:ea typeface="맑은 고딕"/>
                <a:cs typeface="Arial"/>
              </a:rPr>
              <a:t>1,498ms</a:t>
            </a:r>
            <a:endParaRPr lang="ko-KR" sz="1600">
              <a:latin typeface="Malgun Gothic"/>
              <a:ea typeface="Malgun Gothic"/>
              <a:cs typeface="Arial"/>
            </a:endParaRPr>
          </a:p>
          <a:p>
            <a:pPr marL="1257300" lvl="1" indent="-342900">
              <a:spcAft>
                <a:spcPts val="1000"/>
              </a:spcAft>
              <a:buFont typeface="Courier New,monospace"/>
              <a:buChar char="o"/>
            </a:pPr>
            <a:r>
              <a:rPr lang="en-US" altLang="ko-KR" sz="1600">
                <a:latin typeface="Malgun Gothic"/>
                <a:ea typeface="맑은 고딕"/>
                <a:cs typeface="Arial"/>
              </a:rPr>
              <a:t>“openai-processing-ms”: </a:t>
            </a:r>
            <a:r>
              <a:rPr lang="en-US" altLang="ko-KR" sz="1600" b="1">
                <a:latin typeface="Malgun Gothic"/>
                <a:ea typeface="맑은 고딕"/>
                <a:cs typeface="Arial"/>
              </a:rPr>
              <a:t>380ms</a:t>
            </a:r>
            <a:endParaRPr 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811B7-9913-21C4-1E41-22C9A8C87D1F}"/>
              </a:ext>
            </a:extLst>
          </p:cNvPr>
          <p:cNvSpPr txBox="1"/>
          <p:nvPr/>
        </p:nvSpPr>
        <p:spPr>
          <a:xfrm>
            <a:off x="10071662" y="3706089"/>
            <a:ext cx="1744361" cy="2400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91439" rIns="91440" bIns="91439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 panose="020F0502020204030204"/>
                <a:cs typeface="Arial"/>
              </a:rPr>
              <a:t>PC(LAN): </a:t>
            </a:r>
            <a:br>
              <a:rPr lang="ko-KR" altLang="en-US">
                <a:ea typeface="맑은 고딕" panose="020F0502020204030204"/>
                <a:cs typeface="Arial"/>
              </a:rPr>
            </a:br>
            <a:r>
              <a:rPr lang="ko-KR" altLang="en-US" b="1">
                <a:ea typeface="맑은 고딕" panose="020F0502020204030204"/>
                <a:cs typeface="Arial"/>
              </a:rPr>
              <a:t>913ms</a:t>
            </a:r>
          </a:p>
          <a:p>
            <a:endParaRPr lang="ko-KR" altLang="en-US" b="1">
              <a:ea typeface="맑은 고딕" panose="020F0502020204030204"/>
              <a:cs typeface="Arial"/>
            </a:endParaRPr>
          </a:p>
          <a:p>
            <a:r>
              <a:rPr lang="en-US" altLang="ko-KR">
                <a:ea typeface="맑은 고딕"/>
              </a:rPr>
              <a:t>Laptop(LAN):</a:t>
            </a:r>
            <a:br>
              <a:rPr lang="en-US" altLang="ko-KR">
                <a:ea typeface="맑은 고딕"/>
              </a:rPr>
            </a:br>
            <a:r>
              <a:rPr lang="en-US" altLang="ko-KR" b="1">
                <a:ea typeface="맑은 고딕"/>
              </a:rPr>
              <a:t>990ms</a:t>
            </a:r>
            <a:endParaRPr lang="ko-KR"/>
          </a:p>
          <a:p>
            <a:endParaRPr lang="ko-KR" altLang="en-US" b="1">
              <a:ea typeface="맑은 고딕" panose="020F0502020204030204"/>
              <a:cs typeface="Arial"/>
            </a:endParaRPr>
          </a:p>
          <a:p>
            <a:r>
              <a:rPr lang="ko-KR" altLang="en-US">
                <a:ea typeface="맑은 고딕" panose="020F0502020204030204"/>
                <a:cs typeface="Arial"/>
              </a:rPr>
              <a:t>Laptop(Wi-Fi): </a:t>
            </a:r>
            <a:r>
              <a:rPr lang="ko-KR" altLang="en-US" b="1">
                <a:ea typeface="맑은 고딕" panose="020F0502020204030204"/>
                <a:cs typeface="Arial"/>
              </a:rPr>
              <a:t>1,498ms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2867ADA-1F7A-60C4-6B7B-8A8355FD7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135" y="2838621"/>
            <a:ext cx="3902676" cy="20148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279B81-3A97-7355-E5AC-69B1A7417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135" y="4846595"/>
            <a:ext cx="3902677" cy="2014839"/>
          </a:xfrm>
          <a:prstGeom prst="rect">
            <a:avLst/>
          </a:prstGeom>
        </p:spPr>
      </p:pic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AE46970E-C6F6-2BAE-5DCE-628E995105A4}"/>
              </a:ext>
            </a:extLst>
          </p:cNvPr>
          <p:cNvSpPr/>
          <p:nvPr/>
        </p:nvSpPr>
        <p:spPr>
          <a:xfrm>
            <a:off x="8889691" y="3605615"/>
            <a:ext cx="1181380" cy="2482270"/>
          </a:xfrm>
          <a:prstGeom prst="curvedLeftArrow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B545E-DF31-FA26-3FBC-99AF2619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47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2928-8B21-3B39-C880-DCBD6C6F5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E2875353-B3EE-3D83-927E-D8A6765927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F2E5B1-06A0-1394-0C41-A0FB1CB4D536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3. 유니티 기반 LLM 개발 환경 비교 분석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61180-96C6-176F-7732-A7DC2851267D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Aft>
                <a:spcPts val="1000"/>
              </a:spcAft>
              <a:buFont typeface="Arial"/>
              <a:buChar char="•"/>
            </a:pP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 Engine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과 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 API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 개발 환경 특징 비교</a:t>
            </a:r>
            <a:endParaRPr lang="ko-KR" altLang="en-US" sz="1600">
              <a:ea typeface="맑은 고딕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34A21D-48B2-3A3F-BDA3-C146E3842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649119"/>
              </p:ext>
            </p:extLst>
          </p:nvPr>
        </p:nvGraphicFramePr>
        <p:xfrm>
          <a:off x="858383" y="2380241"/>
          <a:ext cx="10547086" cy="3680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5944">
                  <a:extLst>
                    <a:ext uri="{9D8B030D-6E8A-4147-A177-3AD203B41FA5}">
                      <a16:colId xmlns:a16="http://schemas.microsoft.com/office/drawing/2014/main" val="808511917"/>
                    </a:ext>
                  </a:extLst>
                </a:gridCol>
                <a:gridCol w="4845571">
                  <a:extLst>
                    <a:ext uri="{9D8B030D-6E8A-4147-A177-3AD203B41FA5}">
                      <a16:colId xmlns:a16="http://schemas.microsoft.com/office/drawing/2014/main" val="1964829426"/>
                    </a:ext>
                  </a:extLst>
                </a:gridCol>
                <a:gridCol w="4845571">
                  <a:extLst>
                    <a:ext uri="{9D8B030D-6E8A-4147-A177-3AD203B41FA5}">
                      <a16:colId xmlns:a16="http://schemas.microsoft.com/office/drawing/2014/main" val="3281347698"/>
                    </a:ext>
                  </a:extLst>
                </a:gridCol>
              </a:tblGrid>
              <a:tr h="459287"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T="91440" marB="91440" anchor="ctr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000" b="1">
                          <a:solidFill>
                            <a:srgbClr val="ED7D31"/>
                          </a:solidFill>
                        </a:rPr>
                        <a:t>Inference Engine</a:t>
                      </a:r>
                      <a:r>
                        <a:rPr lang="ko-KR" altLang="en-US" sz="2000"/>
                        <a:t> 개발 환경</a:t>
                      </a:r>
                    </a:p>
                  </a:txBody>
                  <a:tcPr marT="91440" marB="91440" anchor="ctr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000" b="1" u="none" strike="noStrike" noProof="0">
                          <a:solidFill>
                            <a:srgbClr val="70AD47"/>
                          </a:solidFill>
                        </a:rPr>
                        <a:t>OpenAI API</a:t>
                      </a:r>
                      <a:r>
                        <a:rPr lang="ko-KR" altLang="en-US" sz="2000" u="none" strike="noStrike" noProof="0">
                          <a:solidFill>
                            <a:schemeClr val="tx1"/>
                          </a:solidFill>
                        </a:rPr>
                        <a:t> 개발 환경</a:t>
                      </a:r>
                      <a:endParaRPr lang="en-US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2646"/>
                  </a:ext>
                </a:extLst>
              </a:tr>
              <a:tr h="1803539"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특징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로컬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하드웨어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메모리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실행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환경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LLM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모델의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파일을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프로젝트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폴더에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b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포함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크기가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큰</a:t>
                      </a: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 LLM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경량화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요구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토크나이저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직접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설정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필요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ONNX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형식의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오픈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소스</a:t>
                      </a: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 LLM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모델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무료</a:t>
                      </a:r>
                      <a:endParaRPr lang="en-US"/>
                    </a:p>
                  </a:txBody>
                  <a:tcPr marL="182879" marR="182880" marT="182880" marB="182880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서버</a:t>
                      </a: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-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클라이언트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구조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실행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환경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정의된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함수를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이용하여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간편한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OpenAI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가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제공하는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다양한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모델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및</a:t>
                      </a:r>
                      <a:b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</a:b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기능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토큰당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또는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파일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크기당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요금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발생</a:t>
                      </a:r>
                      <a:endParaRPr lang="en-US" altLang="ko-KR"/>
                    </a:p>
                    <a:p>
                      <a:pPr marL="285750" lvl="0" indent="-285750" algn="l">
                        <a:lnSpc>
                          <a:spcPct val="150000"/>
                        </a:lnSpc>
                        <a:buFont typeface="Arial"/>
                        <a:buChar char="•"/>
                      </a:pP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비공식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유니티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라이브러리</a:t>
                      </a:r>
                      <a:r>
                        <a:rPr lang="en-US" altLang="ko-KR" sz="180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1800" u="none" strike="noStrike" baseline="0" noProof="0">
                          <a:solidFill>
                            <a:srgbClr val="000000"/>
                          </a:solidFill>
                        </a:rPr>
                        <a:t>사용</a:t>
                      </a:r>
                      <a:endParaRPr lang="en-US"/>
                    </a:p>
                  </a:txBody>
                  <a:tcPr marL="182879" marR="182880" marT="182880" marB="182880">
                    <a:lnL w="12700">
                      <a:solidFill>
                        <a:schemeClr val="accent3"/>
                      </a:solidFill>
                    </a:lnL>
                    <a:lnR w="12700">
                      <a:solidFill>
                        <a:schemeClr val="accent3"/>
                      </a:solidFill>
                    </a:lnR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65498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F0955-BDDF-13E5-99AF-C24C0B67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37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45F4-4CEE-1262-436C-87E023FB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36E2441F-9C0D-0BB4-DC7A-4B0F35046D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933DE0-188E-4465-E2D5-6D17EF4540CE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4. 한계 및 토의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FA592-4A62-E82B-9875-E10DCD08BCFD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 Engine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은 오픈 소스 LLM 모델을 ONNX 형식으로 변환하여 사용하되 무료이며, 유니티 공식으로 제공되는 라이브러리로서 지속적인 업데이트가 지원됨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 API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는 OpenAI의 모델 및 기능을 사용하기 위해 필수적이나 유료이며, OpenAI 또는 유니티 공식으로 제공되는 라이브러리가 아님</a:t>
            </a:r>
            <a:endParaRPr lang="ko-KR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각 LLM 개발 환경을 비교 분석하기 위해 설계한 가상 아바타와 UI로 구성된 장면은 단순히 텍스트로 주고받는 대화 형식</a:t>
            </a:r>
            <a:b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</a:b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→ </a:t>
            </a:r>
            <a:r>
              <a:rPr lang="ko-KR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지능형 가상 에이전트 개발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 위해 STT·TTS 기술을 적용한 음성 상호작용 및 비언어적 상호작용 요소를 고려한 </a:t>
            </a:r>
            <a:r>
              <a:rPr lang="ko-KR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통합 개발 환경으로 발전 필요</a:t>
            </a:r>
            <a:endParaRPr lang="ko-KR" u="sng">
              <a:ea typeface="맑은 고딕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40588-6C2C-3BFB-4A7F-F80701E2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2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555A-2C10-BE23-0E00-E88D93EC9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2" descr="/Users/a123123/Library/Group Containers/L48J367XN4.com.infraware.PolarisOffice/EngineTemp/58305/fImage465311014710.png">
            <a:extLst>
              <a:ext uri="{FF2B5EF4-FFF2-40B4-BE49-F238E27FC236}">
                <a16:creationId xmlns:a16="http://schemas.microsoft.com/office/drawing/2014/main" id="{22BE738D-C5B6-EE01-B5B9-BF1FE9CD14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05"/>
            <a:ext cx="12192635" cy="826135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5F6F2-7163-B33B-945E-7DC36353CB81}"/>
              </a:ext>
            </a:extLst>
          </p:cNvPr>
          <p:cNvSpPr txBox="1"/>
          <p:nvPr/>
        </p:nvSpPr>
        <p:spPr>
          <a:xfrm>
            <a:off x="381000" y="1132328"/>
            <a:ext cx="11438235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>
                <a:ea typeface="맑은 고딕" panose="020F0502020204030204"/>
              </a:rPr>
              <a:t>5. 결론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22B2C-4ACC-B031-A7DE-14F7C4BE1DC3}"/>
              </a:ext>
            </a:extLst>
          </p:cNvPr>
          <p:cNvSpPr txBox="1"/>
          <p:nvPr/>
        </p:nvSpPr>
        <p:spPr>
          <a:xfrm>
            <a:off x="411891" y="1811950"/>
            <a:ext cx="11438235" cy="45742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유니티에서 </a:t>
            </a:r>
            <a:r>
              <a:rPr lang="ko-KR" altLang="en-US" sz="2000" b="1">
                <a:solidFill>
                  <a:schemeClr val="accent2"/>
                </a:solidFill>
                <a:latin typeface="맑은 고딕"/>
                <a:ea typeface="맑은 고딕" panose="020F0502020204030204"/>
                <a:cs typeface="Arial"/>
              </a:rPr>
              <a:t>Inference Engine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과 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 panose="020F0502020204030204"/>
                <a:cs typeface="Arial"/>
              </a:rPr>
              <a:t>OpenAI API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 활용하여 LLM 개발 환경을 구축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 panose="020F0502020204030204"/>
              <a:cs typeface="Arial"/>
            </a:endParaRP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2000" b="1">
                <a:solidFill>
                  <a:schemeClr val="accent2"/>
                </a:solidFill>
                <a:latin typeface="Malgun Gothic"/>
                <a:ea typeface="Malgun Gothic"/>
                <a:cs typeface="Arial"/>
              </a:rPr>
              <a:t>Inference Engine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 활용한 개발 환경에서 </a:t>
            </a:r>
            <a:r>
              <a:rPr lang="ko-KR" sz="20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오픈 소스 LLM</a:t>
            </a:r>
            <a:r>
              <a:rPr lang="en-US" altLang="ko-KR" sz="20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(Phi-3.5-mini-instruct)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 사용하여 대화 실험 진행</a:t>
            </a:r>
            <a:endParaRPr lang="ko-KR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sz="2000" b="1">
                <a:solidFill>
                  <a:schemeClr val="accent6"/>
                </a:solidFill>
                <a:latin typeface="Malgun Gothic"/>
                <a:ea typeface="Malgun Gothic"/>
                <a:cs typeface="Arial"/>
              </a:rPr>
              <a:t>OpenAI API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 활용한 개발 환경에서 </a:t>
            </a:r>
            <a:r>
              <a:rPr lang="en-US" altLang="ko-KR" sz="2000" b="1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GPT-4o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를 사용하여 대화 실험 진행</a:t>
            </a:r>
            <a:endParaRPr lang="ko-KR" altLang="en-US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altLang="en-US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로컬 실행 환경에서 동작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하는 </a:t>
            </a:r>
            <a:r>
              <a:rPr lang="en-US" altLang="ko-KR" sz="2000" b="1">
                <a:solidFill>
                  <a:schemeClr val="accent2"/>
                </a:solidFill>
                <a:latin typeface="Malgun Gothic"/>
                <a:ea typeface="Malgun Gothic"/>
                <a:cs typeface="Arial"/>
              </a:rPr>
              <a:t>Inference</a:t>
            </a:r>
            <a:r>
              <a:rPr lang="ko-KR" sz="2000" b="1">
                <a:solidFill>
                  <a:schemeClr val="accent2"/>
                </a:solidFill>
                <a:latin typeface="Malgun Gothic"/>
                <a:ea typeface="Malgun Gothic"/>
                <a:cs typeface="Arial"/>
              </a:rPr>
              <a:t> </a:t>
            </a:r>
            <a:r>
              <a:rPr lang="en-US" altLang="ko-KR" sz="2000" b="1">
                <a:solidFill>
                  <a:schemeClr val="accent2"/>
                </a:solidFill>
                <a:latin typeface="Malgun Gothic"/>
                <a:ea typeface="Malgun Gothic"/>
                <a:cs typeface="Arial"/>
              </a:rPr>
              <a:t>Engine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의 특징과 </a:t>
            </a:r>
            <a:r>
              <a:rPr lang="ko-KR" altLang="en-US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서버</a:t>
            </a:r>
            <a:r>
              <a:rPr lang="en-US" altLang="ko-KR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-</a:t>
            </a:r>
            <a:r>
              <a:rPr lang="ko-KR" altLang="en-US" sz="2000" u="sng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클라이언트 구조의 실행 환경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을 가진 </a:t>
            </a:r>
            <a:r>
              <a:rPr lang="ko-KR" sz="2000" b="1">
                <a:solidFill>
                  <a:schemeClr val="accent6"/>
                </a:solidFill>
                <a:latin typeface="Malgun Gothic"/>
                <a:ea typeface="Malgun Gothic"/>
                <a:cs typeface="Arial"/>
              </a:rPr>
              <a:t>OpenAI </a:t>
            </a:r>
            <a:r>
              <a:rPr lang="en-US" altLang="ko-KR" sz="2000" b="1">
                <a:solidFill>
                  <a:schemeClr val="accent6"/>
                </a:solidFill>
                <a:latin typeface="Malgun Gothic"/>
                <a:ea typeface="Malgun Gothic"/>
                <a:cs typeface="Arial"/>
              </a:rPr>
              <a:t>API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의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특징을 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비교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분석</a:t>
            </a:r>
            <a:endParaRPr lang="ko-KR" altLang="en-US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Arial"/>
              <a:buChar char="•"/>
            </a:pP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향후 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지능형 가상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 에이전트 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개발을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위한 </a:t>
            </a:r>
            <a:r>
              <a:rPr lang="ko-KR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통합 개발 </a:t>
            </a:r>
            <a:r>
              <a:rPr lang="ko-KR" altLang="en-US" sz="2000">
                <a:solidFill>
                  <a:srgbClr val="000000"/>
                </a:solidFill>
                <a:latin typeface="맑은 고딕"/>
                <a:ea typeface="맑은 고딕" panose="020F0502020204030204"/>
                <a:cs typeface="Arial"/>
              </a:rPr>
              <a:t>환경 구축에 활용</a:t>
            </a:r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BD393-C2C1-C0BA-B997-1DA12EDC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85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11D92-8267-C67F-0B49-11AB92E4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8" descr="/Users/a123123/Library/Group Containers/L48J367XN4.com.infraware.PolarisOffice/EngineTemp/58305/fImage467421161299.png">
            <a:extLst>
              <a:ext uri="{FF2B5EF4-FFF2-40B4-BE49-F238E27FC236}">
                <a16:creationId xmlns:a16="http://schemas.microsoft.com/office/drawing/2014/main" id="{8DCF3C09-0ECA-D0A7-2A27-5ADB8A1D44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0" y="628856"/>
            <a:ext cx="1355244" cy="1409854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4A31E9-6540-9ECD-06F5-CC71FDC82CFD}"/>
              </a:ext>
            </a:extLst>
          </p:cNvPr>
          <p:cNvSpPr txBox="1"/>
          <p:nvPr/>
        </p:nvSpPr>
        <p:spPr>
          <a:xfrm>
            <a:off x="1532780" y="2564028"/>
            <a:ext cx="913782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4400" b="1">
                <a:solidFill>
                  <a:schemeClr val="bg1"/>
                </a:solidFill>
                <a:ea typeface="맑은 고딕"/>
              </a:rPr>
              <a:t>감사합니다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0F7A1-E163-6971-2198-C6BA64FFE6AB}"/>
              </a:ext>
            </a:extLst>
          </p:cNvPr>
          <p:cNvSpPr txBox="1"/>
          <p:nvPr/>
        </p:nvSpPr>
        <p:spPr>
          <a:xfrm>
            <a:off x="1529149" y="3606478"/>
            <a:ext cx="913782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3200">
                <a:solidFill>
                  <a:srgbClr val="FFFFFF"/>
                </a:solidFill>
                <a:latin typeface="맑은 고딕"/>
                <a:ea typeface="맑은 고딕"/>
                <a:cs typeface="+mn-lt"/>
              </a:rPr>
              <a:t>이지원</a:t>
            </a:r>
            <a:endParaRPr lang="ko-KR" altLang="en-US" sz="3200">
              <a:latin typeface="맑은 고딕"/>
              <a:ea typeface="맑은 고딕"/>
              <a:cs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C6565C-F5A0-98D5-2241-F1174B139436}"/>
              </a:ext>
            </a:extLst>
          </p:cNvPr>
          <p:cNvSpPr txBox="1"/>
          <p:nvPr/>
        </p:nvSpPr>
        <p:spPr>
          <a:xfrm>
            <a:off x="1532779" y="4281392"/>
            <a:ext cx="913782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2000">
                <a:solidFill>
                  <a:schemeClr val="bg1"/>
                </a:solidFill>
                <a:latin typeface="맑은 고딕"/>
                <a:ea typeface="맑은 고딕"/>
                <a:cs typeface="Arial"/>
              </a:rPr>
              <a:t>mpm11@hansung.ac.kr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2A999A-BC3E-73AD-0635-554D8F99D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577" y="2561166"/>
            <a:ext cx="4392763" cy="429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8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revision>1</cp:revision>
  <dcterms:modified xsi:type="dcterms:W3CDTF">2025-07-07T05:53:47Z</dcterms:modified>
</cp:coreProperties>
</file>